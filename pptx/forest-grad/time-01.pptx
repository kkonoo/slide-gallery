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05336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39652F"/>
          </a:solidFill>
          <a:ln w="9525">
            <a:solidFill>
              <a:srgbClr val="396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39652F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377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37728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0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05336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5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356230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1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712A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