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1F5236"/>
              </a:gs>
              <a:gs pos="100000">
                <a:srgbClr val="5E7F25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8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C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577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8E1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A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CE4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FE5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1E7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