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D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053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D5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D5C32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96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9652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6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66E2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37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37728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112D1E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112D1E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