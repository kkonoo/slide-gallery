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0F4C6E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0F4C6E"/>
              </a:gs>
              <a:gs pos="100000">
                <a:srgbClr val="178270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0F4C6E"/>
              </a:gs>
              <a:gs pos="100000">
                <a:srgbClr val="178270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4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0F4C6E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0F4C6E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틸 클린 16:9">
  <a:themeElements>
    <a:clrScheme name="HaLab 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F4C6E"/>
      </a:accent1>
      <a:accent2>
        <a:srgbClr val="1E9E86"/>
      </a:accent2>
      <a:accent3>
        <a:srgbClr val="3DB5C2"/>
      </a:accent3>
      <a:accent4>
        <a:srgbClr val="E5484D"/>
      </a:accent4>
      <a:accent5>
        <a:srgbClr val="9FB7C5"/>
      </a:accent5>
      <a:accent6>
        <a:srgbClr val="E2E5EA"/>
      </a:accent6>
      <a:hlink>
        <a:srgbClr val="0F4C6E"/>
      </a:hlink>
      <a:folHlink>
        <a:srgbClr val="3DB5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