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5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586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26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2636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6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6D6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870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FFFFFF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D6E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5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1586E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12636F"/>
          </a:solidFill>
          <a:ln w="9525">
            <a:solidFill>
              <a:srgbClr val="1263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46D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46D6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78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67870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