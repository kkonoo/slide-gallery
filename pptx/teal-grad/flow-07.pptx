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9F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D6E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115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115B6F"/>
          </a:solidFill>
          <a:ln w="9525">
            <a:solidFill>
              <a:srgbClr val="115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A1C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6B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6B6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A1C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7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706F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A2CA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7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67A70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11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115B6F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115B6F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9F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05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0506E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A0B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5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15A6E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146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146D6F"/>
          </a:solidFill>
          <a:ln w="9525">
            <a:solidFill>
              <a:srgbClr val="146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A2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67E70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146D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146D6F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146D6F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9F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D6E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9FB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05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0566E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146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146C6F"/>
          </a:solidFill>
          <a:ln w="9525">
            <a:solidFill>
              <a:srgbClr val="146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A2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7C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67C70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A2C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67E70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A2C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781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78170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146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146C6F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146C6F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