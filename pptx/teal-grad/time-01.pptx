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D6E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12636F"/>
          </a:solidFill>
          <a:ln w="9525">
            <a:solidFill>
              <a:srgbClr val="126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2636F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67870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D6E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25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25F6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47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4716F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