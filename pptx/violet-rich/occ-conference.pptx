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B2C7F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4B2C7F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4B2C7F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리치 16:9">
  <a:themeElements>
    <a:clrScheme name="HaLab 바이올렛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