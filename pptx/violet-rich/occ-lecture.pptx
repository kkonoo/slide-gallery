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B2C7F"/>
            </a:gs>
            <a:gs pos="100000">
              <a:srgbClr val="663CAC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B2C7F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1E3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B2C7F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B2C7F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B2C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B2C7F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리치 16:9">
  <a:themeElements>
    <a:clrScheme name="HaLab 바이올렛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