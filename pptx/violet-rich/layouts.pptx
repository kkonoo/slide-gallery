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4B2C7F"/>
            </a:gs>
            <a:gs pos="100000">
              <a:srgbClr val="663CAC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4B2C7F"/>
            </a:gs>
            <a:gs pos="100000">
              <a:srgbClr val="663CAC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4B2C7F"/>
            </a:gs>
            <a:gs pos="100000">
              <a:srgbClr val="663CAC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D7D1E3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FFC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91846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바이올렛 리치 16:9">
  <a:themeElements>
    <a:clrScheme name="HaLab 바이올렛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