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signature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4A4F57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4A4F57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4A4F57"/>
              </a:gs>
              <a:gs pos="100000">
                <a:srgbClr val="3F6A92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4A4F57"/>
              </a:gs>
              <a:gs pos="100000">
                <a:srgbClr val="3F6A92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lab meeting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Immune niches at the tumor border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Visium spatial transcriptomics, 4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MS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map where immune cells sit at the tumor border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Immune cells gather at the colorectal tumor border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Bulk and scRNA-seq lose where each cell sits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Aim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Map immune niches across the border with Visium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Last week's feedback is done for all three items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Check batch effects across sections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Harmony integration; sections now mix (LISI 1.8 → 3.1)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Use the pathologist's annotation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4 sections annotated: tumor / border / stroma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Add more immune markers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added CD8A, FOXP3, CD68 to the panel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1 · Integration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Harmony mixes the sections and keeps cell types apart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Before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44938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Before integration</a:t>
            </a:r>
          </a:p>
        </p:txBody>
      </p:sp>
      <p:pic>
        <p:nvPicPr>
          <p:cNvPr id="9" name="comp-03:image" descr="comp-03-umap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629" y="2235145"/>
            <a:ext cx="3544801" cy="265629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513286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1.8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513286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1.02</a:t>
            </a:r>
          </a:p>
        </p:txBody>
      </p:sp>
      <p:sp>
        <p:nvSpPr>
          <p:cNvPr id="16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omp-03:tag"/>
          <p:cNvSpPr/>
          <p:nvPr/>
        </p:nvSpPr>
        <p:spPr>
          <a:xfrm>
            <a:off x="642006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comp-03:tag-text"/>
          <p:cNvSpPr txBox="1"/>
          <p:nvPr/>
        </p:nvSpPr>
        <p:spPr>
          <a:xfrm>
            <a:off x="642006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A4F57"/>
                </a:solidFill>
              </a:rPr>
              <a:t>After</a:t>
            </a:r>
          </a:p>
        </p:txBody>
      </p:sp>
      <p:sp>
        <p:nvSpPr>
          <p:cNvPr id="19" name="comp-03:title"/>
          <p:cNvSpPr txBox="1"/>
          <p:nvPr/>
        </p:nvSpPr>
        <p:spPr>
          <a:xfrm>
            <a:off x="718544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Harmony</a:t>
            </a:r>
          </a:p>
        </p:txBody>
      </p:sp>
      <p:pic>
        <p:nvPicPr>
          <p:cNvPr id="20" name="comp-03:image" descr="comp-03-umap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826" y="2235145"/>
            <a:ext cx="3544529" cy="2656295"/>
          </a:xfrm>
          <a:prstGeom prst="rect">
            <a:avLst/>
          </a:prstGeom>
        </p:spPr>
      </p:pic>
      <p:cxnSp>
        <p:nvCxnSpPr>
          <p:cNvPr id="21" name="comp-03:metric-rule"/>
          <p:cNvCxnSpPr/>
          <p:nvPr/>
        </p:nvCxnSpPr>
        <p:spPr>
          <a:xfrm>
            <a:off x="642006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3:metric-label"/>
          <p:cNvSpPr txBox="1"/>
          <p:nvPr/>
        </p:nvSpPr>
        <p:spPr>
          <a:xfrm>
            <a:off x="642006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23" name="comp-03:metric-value"/>
          <p:cNvSpPr txBox="1"/>
          <p:nvPr/>
        </p:nvSpPr>
        <p:spPr>
          <a:xfrm>
            <a:off x="1086892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4A4F57"/>
                </a:solidFill>
              </a:rPr>
              <a:t>3.1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86892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1.04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2 · Spatial clusters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3 sits along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and 2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3 · CD8 T cells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T-cell signature is 3.2× higher at the border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896468"/>
          <a:ext cx="11256120" cy="2517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4521913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sections, 1,200 spots.</a:t>
            </a:r>
          </a:p>
        </p:txBody>
      </p:sp>
      <p:cxnSp>
        <p:nvCxnSpPr>
          <p:cNvPr id="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CD8 T cells gather at the border but </a:t>
            </a:r>
            <a:r>
              <a:rPr sz="1400" b="1" spc="-40">
                <a:solidFill>
                  <a:srgbClr val="262B33"/>
                </a:solidFill>
              </a:rPr>
              <a:t>not inside the tumor core</a:t>
            </a:r>
            <a:r>
              <a:rPr sz="1400" b="0" spc="-40">
                <a:solidFill>
                  <a:srgbClr val="6B7280"/>
                </a:solidFill>
              </a:rPr>
              <a:t>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4 · Did not work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Deconvolution failed on 2 of 4 sections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I ran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cell2location with the public CRC scRNA-seq atlas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happened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Sections 3 and 4 did not converge after 30,000 epochs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My guess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atlas has few stromal cells; a matched reference may help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sit at the border, not in the core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729671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Batch effects</a:t>
            </a:r>
            <a:r>
              <a:rPr sz="1400" b="0" spc="-40">
                <a:solidFill>
                  <a:srgbClr val="6B7280"/>
                </a:solidFill>
              </a:rPr>
              <a:t> are gone after Harmony (LISI 1.8 → 3.1).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Cluster 3</a:t>
            </a:r>
            <a:r>
              <a:rPr sz="1400" b="0" spc="-40">
                <a:solidFill>
                  <a:srgbClr val="6B7280"/>
                </a:solidFill>
              </a:rPr>
              <a:t> forms a thin band along the tumor border.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CD8 T cells</a:t>
            </a:r>
            <a:r>
              <a:rPr sz="1400" b="0" spc="-40">
                <a:solidFill>
                  <a:srgbClr val="6B7280"/>
                </a:solidFill>
              </a:rPr>
              <a:t> are 3.2× higher at the border than in the core.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Next plans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Next: fix deconvolution, then validate with IHC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Re-run deconvolution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Use a matched scRNA-seq reference from the same patients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Validate the border niche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CD8 and FOXP3 IHC on 6 sections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Need help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Which cell–cell communication tool fits Visium spots?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