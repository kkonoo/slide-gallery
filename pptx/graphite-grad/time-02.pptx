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5058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85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85564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5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55A70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36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3607C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16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16587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292B30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292B30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5058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85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85564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455A70"/>
          </a:solidFill>
          <a:ln w="9525">
            <a:solidFill>
              <a:srgbClr val="45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36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3607C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16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16587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