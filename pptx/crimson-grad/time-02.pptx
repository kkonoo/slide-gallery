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43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4313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83A30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B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B432A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4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F4B24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43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4313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B83A30"/>
          </a:solidFill>
          <a:ln w="9525">
            <a:solidFill>
              <a:srgbClr val="B8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B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B432A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4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F4B24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