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93B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B83A30"/>
          </a:solidFill>
          <a:ln w="9525">
            <a:solidFill>
              <a:srgbClr val="B83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83A30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F4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F4B24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93B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637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63732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C4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C4528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