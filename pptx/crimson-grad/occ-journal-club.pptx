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B0283C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B0283C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B0283C"/>
              </a:gs>
              <a:gs pos="100000">
                <a:srgbClr val="C2531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B0283C"/>
              </a:gs>
              <a:gs pos="100000">
                <a:srgbClr val="C2531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B0283C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DFA9B1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B0283C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DFA9B1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F1D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B0283C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DFA9B1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B0283C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B0283C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B0283C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B0283C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크림슨 클린 16:9">
  <a:themeElements>
    <a:clrScheme name="HaLab 크림슨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B0283C"/>
      </a:accent1>
      <a:accent2>
        <a:srgbClr val="CC7380"/>
      </a:accent2>
      <a:accent3>
        <a:srgbClr val="DFA9B1"/>
      </a:accent3>
      <a:accent4>
        <a:srgbClr val="2E9CCA"/>
      </a:accent4>
      <a:accent5>
        <a:srgbClr val="DFA9B1"/>
      </a:accent5>
      <a:accent6>
        <a:srgbClr val="E2E5EA"/>
      </a:accent6>
      <a:hlink>
        <a:srgbClr val="B0283C"/>
      </a:hlink>
      <a:folHlink>
        <a:srgbClr val="DFA9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