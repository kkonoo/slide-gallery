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2F343B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2F343B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2F343B"/>
            </a:gs>
            <a:gs pos="100000">
              <a:srgbClr val="4A525D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2F343B"/>
            </a:gs>
            <a:gs pos="100000">
              <a:srgbClr val="4A525D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2F343B"/>
            </a:gs>
            <a:gs pos="100000">
              <a:srgbClr val="4A525D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F343B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차콜 리치 16:9">
  <a:themeElements>
    <a:clrScheme name="HaLab 차콜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F343B"/>
      </a:accent1>
      <a:accent2>
        <a:srgbClr val="787B80"/>
      </a:accent2>
      <a:accent3>
        <a:srgbClr val="ACAEB1"/>
      </a:accent3>
      <a:accent4>
        <a:srgbClr val="E5484D"/>
      </a:accent4>
      <a:accent5>
        <a:srgbClr val="ACAEB1"/>
      </a:accent5>
      <a:accent6>
        <a:srgbClr val="E2E5EA"/>
      </a:accent6>
      <a:hlink>
        <a:srgbClr val="2F343B"/>
      </a:hlink>
      <a:folHlink>
        <a:srgbClr val="ACAE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