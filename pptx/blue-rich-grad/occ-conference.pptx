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563C9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2563C9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3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6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accent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bg>
      <p:bgPr>
        <a:gradFill rotWithShape="1">
          <a:gsLst>
            <a:gs pos="0">
              <a:srgbClr val="2563C9"/>
            </a:gs>
            <a:gs pos="50000">
              <a:srgbClr val="0E7C8A"/>
            </a:gs>
            <a:gs pos="100000">
              <a:srgbClr val="0D7A5A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3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lt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4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lt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5" name="로고 띠"/>
          <p:cNvSpPr/>
          <p:nvPr userDrawn="1"/>
        </p:nvSpPr>
        <p:spPr>
          <a:xfrm>
            <a:off x="0" y="5922000"/>
            <a:ext cx="12192120" cy="936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563C9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2563C9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D8E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E9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리치 16:9">
  <a:themeElements>
    <a:clrScheme name="HaLab 블루 리치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리치 16:9</dc:title>
  <dc:creator>HaLab</dc:creator>
</cp:coreProperties>
</file>