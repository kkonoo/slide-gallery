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score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2563C9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563C9"/>
                        </a:solidFill>
                        <a:latin typeface="Pretendard"/>
                      </a:rPr>
                      <a:t>3.2×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Normal</c:v>
                </c:pt>
                <c:pt idx="1">
                  <c:v>Tumor core</c:v>
                </c:pt>
                <c:pt idx="2">
                  <c:v>Border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Relative score (tumor core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Fibroblast signal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2563C9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563C9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Responders (n = 6)</c:v>
                </c:pt>
                <c:pt idx="1">
                  <c:v>Non-responders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Border fibroblast signal (non-responders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2563C9"/>
            </a:gs>
            <a:gs pos="50000">
              <a:srgbClr val="0E7C8A"/>
            </a:gs>
            <a:gs pos="100000">
              <a:srgbClr val="0D7A5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2563C9"/>
            </a:gs>
            <a:gs pos="50000">
              <a:srgbClr val="0E7C8A"/>
            </a:gs>
            <a:gs pos="100000">
              <a:srgbClr val="0D7A5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8E3F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8E3F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2563C9"/>
            </a:gs>
            <a:gs pos="50000">
              <a:srgbClr val="0E7C8A"/>
            </a:gs>
            <a:gs pos="100000">
              <a:srgbClr val="0D7A5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Annual meeting 2026 · Oral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Border niches gate immunotherapy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Spatial transcriptomics of 4 colorectal cancer sections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presenter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Why it matters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Immunotherapy helps only 1 in 10 colorectal cancer patients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563C9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2563C9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Respond to immunotherapy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Metastatic colorectal cancer (example)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Do not respond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testing explains only half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1" spc="-40">
                <a:solidFill>
                  <a:srgbClr val="262B33"/>
                </a:solidFill>
              </a:rPr>
              <a:t>Why</a:t>
            </a:r>
            <a:r>
              <a:rPr sz="1400" b="0" spc="-40">
                <a:solidFill>
                  <a:srgbClr val="6B7280"/>
                </a:solidFill>
              </a:rPr>
              <a:t> do the other 90% not respond?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Hypothesis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fibroblast barrier keeps T cells out of the tumor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688121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709721" y="2923408"/>
            <a:ext cx="772678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731320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signaling</a:t>
            </a:r>
          </a:p>
        </p:txBody>
      </p:sp>
      <p:sp>
        <p:nvSpPr>
          <p:cNvPr id="10" name="res-05:node"/>
          <p:cNvSpPr/>
          <p:nvPr/>
        </p:nvSpPr>
        <p:spPr>
          <a:xfrm>
            <a:off x="3489600" y="2312022"/>
            <a:ext cx="2191321" cy="1222773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18298" y="2312022"/>
            <a:ext cx="1533925" cy="1222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Border fibroblasts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This study</a:t>
            </a:r>
          </a:p>
        </p:txBody>
      </p:sp>
      <p:sp>
        <p:nvSpPr>
          <p:cNvPr id="12" name="res-05:node"/>
          <p:cNvSpPr/>
          <p:nvPr/>
        </p:nvSpPr>
        <p:spPr>
          <a:xfrm>
            <a:off x="6511199" y="2546022"/>
            <a:ext cx="2191321" cy="754773"/>
          </a:xfrm>
          <a:prstGeom prst="roundRect">
            <a:avLst>
              <a:gd name="adj" fmla="val 50000"/>
            </a:avLst>
          </a:prstGeom>
          <a:solidFill>
            <a:srgbClr val="D8E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6983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Collagen barrier</a:t>
            </a:r>
          </a:p>
        </p:txBody>
      </p:sp>
      <p:sp>
        <p:nvSpPr>
          <p:cNvPr id="14" name="res-05:node"/>
          <p:cNvSpPr/>
          <p:nvPr/>
        </p:nvSpPr>
        <p:spPr>
          <a:xfrm>
            <a:off x="9532799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7199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T-cell exclusion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8944139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458939" y="3745395"/>
            <a:ext cx="513177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Known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252917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0767717" y="3745395"/>
            <a:ext cx="956403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Hypothesized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336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41360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To test: do CD8 T cells enter the tumor when the barrier is removed?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Immune cells gather in a band at the tumor border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Section 2, 1,492 spots, 6 clusters (example data)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617107"/>
          </a:xfrm>
          <a:prstGeom prst="rect">
            <a:avLst/>
          </a:prstGeom>
          <a:solidFill>
            <a:srgbClr val="E9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3201107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Border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5699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 3, a thin band high in immune markers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700670"/>
            <a:ext cx="288000" cy="2880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699098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Tumor core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4044243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Clusters 1 · 2, low immune markers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CD8 score is 3.2× higher at the border than in the core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Mean of 12 marker genes. 4 sections.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Responders have less than half the border fibroblast signal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Pre-treatment biopsy sections, example values.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border fibroblast barrier may decide immunotherapy response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Gathered at the border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score 3.2× (border / core)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Fibroblast signal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2.5× higher in non-responders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Thin barrier in responders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All 6 responders below half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789085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789085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116685"/>
            <a:ext cx="7432080" cy="1103571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116685"/>
            <a:ext cx="6870480" cy="11035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Lowering the fibroblast barrier may improve immunotherapy response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border immune niche decides immunotherapy response in colorectal cancer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Co-authors · HaLab</a:t>
            </a:r>
          </a:p>
          <a:p>
            <a:r>
              <a:t>Funding: example grant (grant no.)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블루 리치 16:9">
  <a:themeElements>
    <a:clrScheme name="HaLab 블루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2563C9"/>
      </a:accent1>
      <a:accent2>
        <a:srgbClr val="14A884"/>
      </a:accent2>
      <a:accent3>
        <a:srgbClr val="36B3C2"/>
      </a:accent3>
      <a:accent4>
        <a:srgbClr val="FFD93D"/>
      </a:accent4>
      <a:accent5>
        <a:srgbClr val="A8C1E9"/>
      </a:accent5>
      <a:accent6>
        <a:srgbClr val="E2E5EA"/>
      </a:accent6>
      <a:hlink>
        <a:srgbClr val="2563C9"/>
      </a:hlink>
      <a:folHlink>
        <a:srgbClr val="36B3C2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블루 리치 16:9</dc:title>
  <dc:creator>HaLab</dc:creator>
</cp:coreProperties>
</file>