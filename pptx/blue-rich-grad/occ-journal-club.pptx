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2563C9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2563C9"/>
            </a:gs>
            <a:gs pos="50000">
              <a:srgbClr val="0E7C8A"/>
            </a:gs>
            <a:gs pos="100000">
              <a:srgbClr val="0D7A5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2563C9"/>
            </a:gs>
            <a:gs pos="50000">
              <a:srgbClr val="0E7C8A"/>
            </a:gs>
            <a:gs pos="100000">
              <a:srgbClr val="0D7A5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2563C9"/>
            </a:gs>
            <a:gs pos="50000">
              <a:srgbClr val="0E7C8A"/>
            </a:gs>
            <a:gs pos="100000">
              <a:srgbClr val="0D7A5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8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2563C9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블루 리치 16:9">
  <a:themeElements>
    <a:clrScheme name="HaLab 블루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563C9"/>
      </a:accent1>
      <a:accent2>
        <a:srgbClr val="14A884"/>
      </a:accent2>
      <a:accent3>
        <a:srgbClr val="36B3C2"/>
      </a:accent3>
      <a:accent4>
        <a:srgbClr val="FFD93D"/>
      </a:accent4>
      <a:accent5>
        <a:srgbClr val="A8C1E9"/>
      </a:accent5>
      <a:accent6>
        <a:srgbClr val="E2E5EA"/>
      </a:accent6>
      <a:hlink>
        <a:srgbClr val="2563C9"/>
      </a:hlink>
      <a:folHlink>
        <a:srgbClr val="36B3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블루 리치 16:9</dc:title>
  <dc:creator>HaLab</dc:creator>
</cp:coreProperties>
</file>