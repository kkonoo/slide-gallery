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전사체 분석은 다섯 단계예요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RNA-seq 시료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RIN 7 이상인 시료만 다음 단계로 보내요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744612"/>
            <a:ext cx="7504080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RNA 추출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 30 mg에서 총 RNA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4220040" y="2510612"/>
            <a:ext cx="468000" cy="46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422004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 확인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422004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Bioanalyzer로 RIN 측정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7972080" y="2510612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7972080" y="3142412"/>
            <a:ext cx="3471240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7972080" y="3521954"/>
            <a:ext cx="34712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poly-A 선택 후 제작</a:t>
            </a:r>
          </a:p>
        </p:txBody>
      </p:sp>
      <p:sp>
        <p:nvSpPr>
          <p:cNvPr id="15" name="flow-01:note"/>
          <p:cNvSpPr txBox="1"/>
          <p:nvPr/>
        </p:nvSpPr>
        <p:spPr>
          <a:xfrm>
            <a:off x="468000" y="4012222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대상: 대장 조직 48개, 같은 날 같은 키트로 처리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576509"/>
            <a:ext cx="9004896" cy="0"/>
          </a:xfrm>
          <a:prstGeom prst="line">
            <a:avLst/>
          </a:prstGeom>
          <a:ln w="15875">
            <a:solidFill>
              <a:srgbClr val="9DC5B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342509"/>
            <a:ext cx="468000" cy="46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0B6E5A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342509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2974309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353851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08238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428038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필터링 뒤 세포 12,480개 중 </a:t>
            </a:r>
            <a:r>
              <a:rPr sz="1400" b="1" spc="-40">
                <a:solidFill>
                  <a:srgbClr val="262B33"/>
                </a:solidFill>
              </a:rPr>
              <a:t>9,730개(78%)</a:t>
            </a:r>
            <a:r>
              <a:rPr sz="1400" b="0" spc="-40">
                <a:solidFill>
                  <a:srgbClr val="6B7280"/>
                </a:solidFill>
              </a:rPr>
              <a:t>가 남았어요.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