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E7F0EE"/>
          </a:solidFill>
          <a:ln w="19050">
            <a:solidFill>
              <a:srgbClr val="9DC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0B6E5A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E7F0EE"/>
          </a:solidFill>
          <a:ln w="19050">
            <a:solidFill>
              <a:srgbClr val="9DC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0B6E5A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