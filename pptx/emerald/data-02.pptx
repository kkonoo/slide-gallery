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0B6E5A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0B6E5A"/>
                </a:solidFill>
                <a:ln>
                  <a:solidFill>
                    <a:srgbClr val="0B6E5A"/>
                  </a:solidFill>
                </a:ln>
              </c:spPr>
            </c:marker>
            <c:spPr>
              <a:solidFill>
                <a:srgbClr val="0B6E5A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