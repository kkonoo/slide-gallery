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0B6E5A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0B6E5A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B6E5A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