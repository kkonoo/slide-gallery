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 논문은 3년차 목표의 90%를 채웠다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 게재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555606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447337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4473375" y="2505615"/>
            <a:ext cx="3165950" cy="1622685"/>
          </a:xfrm>
          <a:custGeom>
            <a:avLst/>
            <a:gdLst/>
            <a:ahLst/>
            <a:cxnLst/>
            <a:rect l="l" t="t" r="r" b="b"/>
            <a:pathLst>
              <a:path w="316595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476545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90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450465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739078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1125612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</a:t>
            </a:r>
            <a:r>
              <a:rPr sz="1400" b="1" spc="-40">
                <a:solidFill>
                  <a:srgbClr val="262B33"/>
                </a:solidFill>
              </a:rPr>
              <a:t>9편</a:t>
            </a:r>
          </a:p>
        </p:txBody>
      </p:sp>
      <p:cxnSp>
        <p:nvCxnSpPr>
          <p:cNvPr id="1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남은 1편은 심사 중(2차 수정 제출)으로, 4년차 상반기 게재가 예상된다.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특허 출원은 3년차 목표를 이미 넘겼다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173202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63000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630000" y="2738702"/>
            <a:ext cx="3203674" cy="1642020"/>
          </a:xfrm>
          <a:custGeom>
            <a:avLst/>
            <a:gdLst/>
            <a:ahLst/>
            <a:cxnLst/>
            <a:rect l="l" t="t" r="r" b="b"/>
            <a:pathLst>
              <a:path w="3203674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92556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66301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358433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9편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429204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555606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474960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125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448705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740837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429204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4건 · 실적 </a:t>
            </a:r>
            <a:r>
              <a:rPr sz="1400" b="1" spc="-40">
                <a:solidFill>
                  <a:srgbClr val="262B33"/>
                </a:solidFill>
              </a:rPr>
              <a:t>5건</a:t>
            </a:r>
          </a:p>
        </p:txBody>
      </p:sp>
      <p:sp>
        <p:nvSpPr>
          <p:cNvPr id="21" name="data-05:label"/>
          <p:cNvSpPr txBox="1"/>
          <p:nvPr/>
        </p:nvSpPr>
        <p:spPr>
          <a:xfrm>
            <a:off x="811608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기술이전</a:t>
            </a:r>
          </a:p>
        </p:txBody>
      </p:sp>
      <p:sp>
        <p:nvSpPr>
          <p:cNvPr id="22" name="data-05:tick"/>
          <p:cNvSpPr txBox="1"/>
          <p:nvPr/>
        </p:nvSpPr>
        <p:spPr>
          <a:xfrm>
            <a:off x="938010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23" name="data-05:track"/>
          <p:cNvSpPr/>
          <p:nvPr/>
        </p:nvSpPr>
        <p:spPr>
          <a:xfrm>
            <a:off x="827808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-05:arc"/>
          <p:cNvSpPr/>
          <p:nvPr/>
        </p:nvSpPr>
        <p:spPr>
          <a:xfrm>
            <a:off x="8278080" y="2738702"/>
            <a:ext cx="1642020" cy="1642020"/>
          </a:xfrm>
          <a:custGeom>
            <a:avLst/>
            <a:gdLst/>
            <a:ahLst/>
            <a:cxnLst/>
            <a:rect l="l" t="t" r="r" b="b"/>
            <a:pathLst>
              <a:path w="164202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-05:value"/>
          <p:cNvSpPr txBox="1"/>
          <p:nvPr/>
        </p:nvSpPr>
        <p:spPr>
          <a:xfrm>
            <a:off x="857364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50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26" name="data-05:tick"/>
          <p:cNvSpPr txBox="1"/>
          <p:nvPr/>
        </p:nvSpPr>
        <p:spPr>
          <a:xfrm>
            <a:off x="831109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27" name="data-05:tick"/>
          <p:cNvSpPr txBox="1"/>
          <p:nvPr/>
        </p:nvSpPr>
        <p:spPr>
          <a:xfrm>
            <a:off x="1123241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8" name="data-05:note"/>
          <p:cNvSpPr txBox="1"/>
          <p:nvPr/>
        </p:nvSpPr>
        <p:spPr>
          <a:xfrm>
            <a:off x="811608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2건 · 실적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모집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 모집이 계획보다 늦어 일정 조정이 필요하다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모집률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268803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160534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1605345" y="2505673"/>
            <a:ext cx="2220035" cy="1622627"/>
          </a:xfrm>
          <a:custGeom>
            <a:avLst/>
            <a:gdLst/>
            <a:ahLst/>
            <a:cxnLst/>
            <a:rect l="l" t="t" r="r" b="b"/>
            <a:pathLst>
              <a:path w="2220035" h="1622627">
                <a:moveTo>
                  <a:pt x="0" y="1622627"/>
                </a:moveTo>
                <a:lnTo>
                  <a:pt x="562" y="1579920"/>
                </a:lnTo>
                <a:lnTo>
                  <a:pt x="2248" y="1537243"/>
                </a:lnTo>
                <a:lnTo>
                  <a:pt x="5056" y="1494626"/>
                </a:lnTo>
                <a:lnTo>
                  <a:pt x="8986" y="1452096"/>
                </a:lnTo>
                <a:lnTo>
                  <a:pt x="14033" y="1409686"/>
                </a:lnTo>
                <a:lnTo>
                  <a:pt x="20194" y="1367422"/>
                </a:lnTo>
                <a:lnTo>
                  <a:pt x="27466" y="1325335"/>
                </a:lnTo>
                <a:lnTo>
                  <a:pt x="35843" y="1283455"/>
                </a:lnTo>
                <a:lnTo>
                  <a:pt x="45319" y="1241809"/>
                </a:lnTo>
                <a:lnTo>
                  <a:pt x="55888" y="1200427"/>
                </a:lnTo>
                <a:lnTo>
                  <a:pt x="67542" y="1159338"/>
                </a:lnTo>
                <a:lnTo>
                  <a:pt x="80274" y="1118569"/>
                </a:lnTo>
                <a:lnTo>
                  <a:pt x="94074" y="1078150"/>
                </a:lnTo>
                <a:lnTo>
                  <a:pt x="108933" y="1038108"/>
                </a:lnTo>
                <a:lnTo>
                  <a:pt x="124841" y="998471"/>
                </a:lnTo>
                <a:lnTo>
                  <a:pt x="141787" y="959267"/>
                </a:lnTo>
                <a:lnTo>
                  <a:pt x="159758" y="920521"/>
                </a:lnTo>
                <a:lnTo>
                  <a:pt x="178743" y="882263"/>
                </a:lnTo>
                <a:lnTo>
                  <a:pt x="198729" y="844517"/>
                </a:lnTo>
                <a:lnTo>
                  <a:pt x="219701" y="807310"/>
                </a:lnTo>
                <a:lnTo>
                  <a:pt x="241644" y="770668"/>
                </a:lnTo>
                <a:lnTo>
                  <a:pt x="264545" y="734617"/>
                </a:lnTo>
                <a:lnTo>
                  <a:pt x="288386" y="699180"/>
                </a:lnTo>
                <a:lnTo>
                  <a:pt x="313152" y="664383"/>
                </a:lnTo>
                <a:lnTo>
                  <a:pt x="338825" y="630250"/>
                </a:lnTo>
                <a:lnTo>
                  <a:pt x="365388" y="596805"/>
                </a:lnTo>
                <a:lnTo>
                  <a:pt x="392821" y="564070"/>
                </a:lnTo>
                <a:lnTo>
                  <a:pt x="421107" y="532069"/>
                </a:lnTo>
                <a:lnTo>
                  <a:pt x="450225" y="500823"/>
                </a:lnTo>
                <a:lnTo>
                  <a:pt x="480155" y="470354"/>
                </a:lnTo>
                <a:lnTo>
                  <a:pt x="510877" y="440684"/>
                </a:lnTo>
                <a:lnTo>
                  <a:pt x="542369" y="411832"/>
                </a:lnTo>
                <a:lnTo>
                  <a:pt x="574609" y="383819"/>
                </a:lnTo>
                <a:lnTo>
                  <a:pt x="607576" y="356665"/>
                </a:lnTo>
                <a:lnTo>
                  <a:pt x="641245" y="330387"/>
                </a:lnTo>
                <a:lnTo>
                  <a:pt x="675595" y="305005"/>
                </a:lnTo>
                <a:lnTo>
                  <a:pt x="710601" y="280536"/>
                </a:lnTo>
                <a:lnTo>
                  <a:pt x="746238" y="256996"/>
                </a:lnTo>
                <a:lnTo>
                  <a:pt x="782483" y="234402"/>
                </a:lnTo>
                <a:lnTo>
                  <a:pt x="819310" y="212770"/>
                </a:lnTo>
                <a:lnTo>
                  <a:pt x="856694" y="192115"/>
                </a:lnTo>
                <a:lnTo>
                  <a:pt x="894608" y="172451"/>
                </a:lnTo>
                <a:lnTo>
                  <a:pt x="933026" y="153791"/>
                </a:lnTo>
                <a:lnTo>
                  <a:pt x="971923" y="136149"/>
                </a:lnTo>
                <a:lnTo>
                  <a:pt x="1011270" y="119537"/>
                </a:lnTo>
                <a:lnTo>
                  <a:pt x="1051040" y="103966"/>
                </a:lnTo>
                <a:lnTo>
                  <a:pt x="1091207" y="89448"/>
                </a:lnTo>
                <a:lnTo>
                  <a:pt x="1131742" y="75991"/>
                </a:lnTo>
                <a:lnTo>
                  <a:pt x="1172617" y="63606"/>
                </a:lnTo>
                <a:lnTo>
                  <a:pt x="1213804" y="52301"/>
                </a:lnTo>
                <a:lnTo>
                  <a:pt x="1255274" y="42084"/>
                </a:lnTo>
                <a:lnTo>
                  <a:pt x="1296999" y="32962"/>
                </a:lnTo>
                <a:lnTo>
                  <a:pt x="1338949" y="24941"/>
                </a:lnTo>
                <a:lnTo>
                  <a:pt x="1381096" y="18027"/>
                </a:lnTo>
                <a:lnTo>
                  <a:pt x="1423410" y="12224"/>
                </a:lnTo>
                <a:lnTo>
                  <a:pt x="1465862" y="7538"/>
                </a:lnTo>
                <a:lnTo>
                  <a:pt x="1508423" y="3970"/>
                </a:lnTo>
                <a:lnTo>
                  <a:pt x="1551063" y="1523"/>
                </a:lnTo>
                <a:lnTo>
                  <a:pt x="1593753" y="200"/>
                </a:lnTo>
                <a:lnTo>
                  <a:pt x="1636463" y="0"/>
                </a:lnTo>
                <a:lnTo>
                  <a:pt x="1679163" y="925"/>
                </a:lnTo>
                <a:lnTo>
                  <a:pt x="1721824" y="2973"/>
                </a:lnTo>
                <a:lnTo>
                  <a:pt x="1764416" y="6143"/>
                </a:lnTo>
                <a:lnTo>
                  <a:pt x="1806911" y="10433"/>
                </a:lnTo>
                <a:lnTo>
                  <a:pt x="1849277" y="15840"/>
                </a:lnTo>
                <a:lnTo>
                  <a:pt x="1891487" y="22360"/>
                </a:lnTo>
                <a:lnTo>
                  <a:pt x="1933510" y="29989"/>
                </a:lnTo>
                <a:lnTo>
                  <a:pt x="1975318" y="38721"/>
                </a:lnTo>
                <a:lnTo>
                  <a:pt x="2016882" y="48551"/>
                </a:lnTo>
                <a:lnTo>
                  <a:pt x="2058172" y="59471"/>
                </a:lnTo>
                <a:lnTo>
                  <a:pt x="2099161" y="71473"/>
                </a:lnTo>
                <a:lnTo>
                  <a:pt x="2139820" y="84551"/>
                </a:lnTo>
                <a:lnTo>
                  <a:pt x="2180121" y="98694"/>
                </a:lnTo>
                <a:lnTo>
                  <a:pt x="2220035" y="113892"/>
                </a:lnTo>
                <a:lnTo>
                  <a:pt x="2112512" y="385465"/>
                </a:lnTo>
                <a:lnTo>
                  <a:pt x="2079782" y="373002"/>
                </a:lnTo>
                <a:lnTo>
                  <a:pt x="2046736" y="361404"/>
                </a:lnTo>
                <a:lnTo>
                  <a:pt x="2013396" y="350681"/>
                </a:lnTo>
                <a:lnTo>
                  <a:pt x="1979785" y="340839"/>
                </a:lnTo>
                <a:lnTo>
                  <a:pt x="1945926" y="331884"/>
                </a:lnTo>
                <a:lnTo>
                  <a:pt x="1911844" y="323824"/>
                </a:lnTo>
                <a:lnTo>
                  <a:pt x="1877561" y="316664"/>
                </a:lnTo>
                <a:lnTo>
                  <a:pt x="1843102" y="310408"/>
                </a:lnTo>
                <a:lnTo>
                  <a:pt x="1808490" y="305062"/>
                </a:lnTo>
                <a:lnTo>
                  <a:pt x="1773750" y="300628"/>
                </a:lnTo>
                <a:lnTo>
                  <a:pt x="1738905" y="297110"/>
                </a:lnTo>
                <a:lnTo>
                  <a:pt x="1703979" y="294511"/>
                </a:lnTo>
                <a:lnTo>
                  <a:pt x="1668997" y="292831"/>
                </a:lnTo>
                <a:lnTo>
                  <a:pt x="1633983" y="292073"/>
                </a:lnTo>
                <a:lnTo>
                  <a:pt x="1598961" y="292237"/>
                </a:lnTo>
                <a:lnTo>
                  <a:pt x="1563955" y="293322"/>
                </a:lnTo>
                <a:lnTo>
                  <a:pt x="1528990" y="295328"/>
                </a:lnTo>
                <a:lnTo>
                  <a:pt x="1494090" y="298254"/>
                </a:lnTo>
                <a:lnTo>
                  <a:pt x="1459280" y="302097"/>
                </a:lnTo>
                <a:lnTo>
                  <a:pt x="1424582" y="306855"/>
                </a:lnTo>
                <a:lnTo>
                  <a:pt x="1390022" y="312524"/>
                </a:lnTo>
                <a:lnTo>
                  <a:pt x="1355622" y="319101"/>
                </a:lnTo>
                <a:lnTo>
                  <a:pt x="1321408" y="326582"/>
                </a:lnTo>
                <a:lnTo>
                  <a:pt x="1287403" y="334960"/>
                </a:lnTo>
                <a:lnTo>
                  <a:pt x="1253629" y="344230"/>
                </a:lnTo>
                <a:lnTo>
                  <a:pt x="1220112" y="354386"/>
                </a:lnTo>
                <a:lnTo>
                  <a:pt x="1186873" y="365420"/>
                </a:lnTo>
                <a:lnTo>
                  <a:pt x="1153936" y="377325"/>
                </a:lnTo>
                <a:lnTo>
                  <a:pt x="1121324" y="390093"/>
                </a:lnTo>
                <a:lnTo>
                  <a:pt x="1089060" y="403715"/>
                </a:lnTo>
                <a:lnTo>
                  <a:pt x="1057165" y="418182"/>
                </a:lnTo>
                <a:lnTo>
                  <a:pt x="1025662" y="433483"/>
                </a:lnTo>
                <a:lnTo>
                  <a:pt x="994572" y="449607"/>
                </a:lnTo>
                <a:lnTo>
                  <a:pt x="963918" y="466544"/>
                </a:lnTo>
                <a:lnTo>
                  <a:pt x="933720" y="484283"/>
                </a:lnTo>
                <a:lnTo>
                  <a:pt x="903999" y="502809"/>
                </a:lnTo>
                <a:lnTo>
                  <a:pt x="874776" y="522112"/>
                </a:lnTo>
                <a:lnTo>
                  <a:pt x="846071" y="542177"/>
                </a:lnTo>
                <a:lnTo>
                  <a:pt x="817904" y="562990"/>
                </a:lnTo>
                <a:lnTo>
                  <a:pt x="790295" y="584538"/>
                </a:lnTo>
                <a:lnTo>
                  <a:pt x="763263" y="606805"/>
                </a:lnTo>
                <a:lnTo>
                  <a:pt x="736826" y="629775"/>
                </a:lnTo>
                <a:lnTo>
                  <a:pt x="711002" y="653434"/>
                </a:lnTo>
                <a:lnTo>
                  <a:pt x="685810" y="677763"/>
                </a:lnTo>
                <a:lnTo>
                  <a:pt x="661268" y="702748"/>
                </a:lnTo>
                <a:lnTo>
                  <a:pt x="637391" y="728369"/>
                </a:lnTo>
                <a:lnTo>
                  <a:pt x="614197" y="754610"/>
                </a:lnTo>
                <a:lnTo>
                  <a:pt x="591701" y="781453"/>
                </a:lnTo>
                <a:lnTo>
                  <a:pt x="569920" y="808878"/>
                </a:lnTo>
                <a:lnTo>
                  <a:pt x="548868" y="836867"/>
                </a:lnTo>
                <a:lnTo>
                  <a:pt x="528560" y="865400"/>
                </a:lnTo>
                <a:lnTo>
                  <a:pt x="509010" y="894458"/>
                </a:lnTo>
                <a:lnTo>
                  <a:pt x="490232" y="924021"/>
                </a:lnTo>
                <a:lnTo>
                  <a:pt x="472238" y="954067"/>
                </a:lnTo>
                <a:lnTo>
                  <a:pt x="455041" y="984577"/>
                </a:lnTo>
                <a:lnTo>
                  <a:pt x="438653" y="1015528"/>
                </a:lnTo>
                <a:lnTo>
                  <a:pt x="423085" y="1046900"/>
                </a:lnTo>
                <a:lnTo>
                  <a:pt x="408348" y="1078671"/>
                </a:lnTo>
                <a:lnTo>
                  <a:pt x="394453" y="1110819"/>
                </a:lnTo>
                <a:lnTo>
                  <a:pt x="381408" y="1143322"/>
                </a:lnTo>
                <a:lnTo>
                  <a:pt x="369224" y="1176156"/>
                </a:lnTo>
                <a:lnTo>
                  <a:pt x="357908" y="1209300"/>
                </a:lnTo>
                <a:lnTo>
                  <a:pt x="347468" y="1242730"/>
                </a:lnTo>
                <a:lnTo>
                  <a:pt x="337911" y="1276423"/>
                </a:lnTo>
                <a:lnTo>
                  <a:pt x="329245" y="1310356"/>
                </a:lnTo>
                <a:lnTo>
                  <a:pt x="321474" y="1344506"/>
                </a:lnTo>
                <a:lnTo>
                  <a:pt x="314605" y="1378848"/>
                </a:lnTo>
                <a:lnTo>
                  <a:pt x="308642" y="1413359"/>
                </a:lnTo>
                <a:lnTo>
                  <a:pt x="303590" y="1448015"/>
                </a:lnTo>
                <a:lnTo>
                  <a:pt x="299451" y="1482792"/>
                </a:lnTo>
                <a:lnTo>
                  <a:pt x="296230" y="1517666"/>
                </a:lnTo>
                <a:lnTo>
                  <a:pt x="293927" y="1552612"/>
                </a:lnTo>
                <a:lnTo>
                  <a:pt x="292544" y="1587607"/>
                </a:lnTo>
                <a:lnTo>
                  <a:pt x="292083" y="1622627"/>
                </a:lnTo>
                <a:close/>
              </a:path>
            </a:pathLst>
          </a:cu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189742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62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163662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452275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500명 · 모집 </a:t>
            </a:r>
            <a:r>
              <a:rPr sz="1400" b="1" spc="-40">
                <a:solidFill>
                  <a:srgbClr val="262B33"/>
                </a:solidFill>
              </a:rPr>
              <a:t>310명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620406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샘플 QC 통과율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842409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734140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7341405" y="2505717"/>
            <a:ext cx="3216628" cy="1622583"/>
          </a:xfrm>
          <a:custGeom>
            <a:avLst/>
            <a:gdLst/>
            <a:ahLst/>
            <a:cxnLst/>
            <a:rect l="l" t="t" r="r" b="b"/>
            <a:pathLst>
              <a:path w="3216628" h="1622583">
                <a:moveTo>
                  <a:pt x="0" y="1622583"/>
                </a:moveTo>
                <a:lnTo>
                  <a:pt x="564" y="1579802"/>
                </a:lnTo>
                <a:lnTo>
                  <a:pt x="2256" y="1537052"/>
                </a:lnTo>
                <a:lnTo>
                  <a:pt x="5074" y="1494361"/>
                </a:lnTo>
                <a:lnTo>
                  <a:pt x="9017" y="1451759"/>
                </a:lnTo>
                <a:lnTo>
                  <a:pt x="14081" y="1409276"/>
                </a:lnTo>
                <a:lnTo>
                  <a:pt x="20264" y="1366941"/>
                </a:lnTo>
                <a:lnTo>
                  <a:pt x="27561" y="1324784"/>
                </a:lnTo>
                <a:lnTo>
                  <a:pt x="35966" y="1282833"/>
                </a:lnTo>
                <a:lnTo>
                  <a:pt x="45475" y="1241119"/>
                </a:lnTo>
                <a:lnTo>
                  <a:pt x="56080" y="1199671"/>
                </a:lnTo>
                <a:lnTo>
                  <a:pt x="67774" y="1158516"/>
                </a:lnTo>
                <a:lnTo>
                  <a:pt x="80549" y="1117684"/>
                </a:lnTo>
                <a:lnTo>
                  <a:pt x="94396" y="1077202"/>
                </a:lnTo>
                <a:lnTo>
                  <a:pt x="109306" y="1037100"/>
                </a:lnTo>
                <a:lnTo>
                  <a:pt x="125267" y="997405"/>
                </a:lnTo>
                <a:lnTo>
                  <a:pt x="142270" y="958145"/>
                </a:lnTo>
                <a:lnTo>
                  <a:pt x="160302" y="919346"/>
                </a:lnTo>
                <a:lnTo>
                  <a:pt x="179350" y="881037"/>
                </a:lnTo>
                <a:lnTo>
                  <a:pt x="199402" y="843243"/>
                </a:lnTo>
                <a:lnTo>
                  <a:pt x="220443" y="805990"/>
                </a:lnTo>
                <a:lnTo>
                  <a:pt x="242459" y="769305"/>
                </a:lnTo>
                <a:lnTo>
                  <a:pt x="265434" y="733214"/>
                </a:lnTo>
                <a:lnTo>
                  <a:pt x="289353" y="697741"/>
                </a:lnTo>
                <a:lnTo>
                  <a:pt x="314199" y="662910"/>
                </a:lnTo>
                <a:lnTo>
                  <a:pt x="339955" y="628747"/>
                </a:lnTo>
                <a:lnTo>
                  <a:pt x="366602" y="595275"/>
                </a:lnTo>
                <a:lnTo>
                  <a:pt x="394122" y="562517"/>
                </a:lnTo>
                <a:lnTo>
                  <a:pt x="422497" y="530495"/>
                </a:lnTo>
                <a:lnTo>
                  <a:pt x="451706" y="499233"/>
                </a:lnTo>
                <a:lnTo>
                  <a:pt x="481728" y="468752"/>
                </a:lnTo>
                <a:lnTo>
                  <a:pt x="512544" y="439073"/>
                </a:lnTo>
                <a:lnTo>
                  <a:pt x="544132" y="410217"/>
                </a:lnTo>
                <a:lnTo>
                  <a:pt x="576470" y="382204"/>
                </a:lnTo>
                <a:lnTo>
                  <a:pt x="609535" y="355052"/>
                </a:lnTo>
                <a:lnTo>
                  <a:pt x="643304" y="328782"/>
                </a:lnTo>
                <a:lnTo>
                  <a:pt x="677754" y="303412"/>
                </a:lnTo>
                <a:lnTo>
                  <a:pt x="712861" y="278958"/>
                </a:lnTo>
                <a:lnTo>
                  <a:pt x="748600" y="255439"/>
                </a:lnTo>
                <a:lnTo>
                  <a:pt x="784947" y="232870"/>
                </a:lnTo>
                <a:lnTo>
                  <a:pt x="821877" y="211267"/>
                </a:lnTo>
                <a:lnTo>
                  <a:pt x="859363" y="190645"/>
                </a:lnTo>
                <a:lnTo>
                  <a:pt x="897380" y="171019"/>
                </a:lnTo>
                <a:lnTo>
                  <a:pt x="935900" y="152401"/>
                </a:lnTo>
                <a:lnTo>
                  <a:pt x="974899" y="134806"/>
                </a:lnTo>
                <a:lnTo>
                  <a:pt x="1014348" y="118245"/>
                </a:lnTo>
                <a:lnTo>
                  <a:pt x="1054219" y="102730"/>
                </a:lnTo>
                <a:lnTo>
                  <a:pt x="1094486" y="88271"/>
                </a:lnTo>
                <a:lnTo>
                  <a:pt x="1135120" y="74879"/>
                </a:lnTo>
                <a:lnTo>
                  <a:pt x="1176093" y="62563"/>
                </a:lnTo>
                <a:lnTo>
                  <a:pt x="1217376" y="51331"/>
                </a:lnTo>
                <a:lnTo>
                  <a:pt x="1258942" y="41192"/>
                </a:lnTo>
                <a:lnTo>
                  <a:pt x="1300760" y="32152"/>
                </a:lnTo>
                <a:lnTo>
                  <a:pt x="1342802" y="24217"/>
                </a:lnTo>
                <a:lnTo>
                  <a:pt x="1385038" y="17394"/>
                </a:lnTo>
                <a:lnTo>
                  <a:pt x="1427440" y="11687"/>
                </a:lnTo>
                <a:lnTo>
                  <a:pt x="1469977" y="7099"/>
                </a:lnTo>
                <a:lnTo>
                  <a:pt x="1512620" y="3635"/>
                </a:lnTo>
                <a:lnTo>
                  <a:pt x="1555340" y="1296"/>
                </a:lnTo>
                <a:lnTo>
                  <a:pt x="1598107" y="84"/>
                </a:lnTo>
                <a:lnTo>
                  <a:pt x="1640891" y="0"/>
                </a:lnTo>
                <a:lnTo>
                  <a:pt x="1683662" y="1044"/>
                </a:lnTo>
                <a:lnTo>
                  <a:pt x="1726391" y="3215"/>
                </a:lnTo>
                <a:lnTo>
                  <a:pt x="1769048" y="6512"/>
                </a:lnTo>
                <a:lnTo>
                  <a:pt x="1811603" y="10932"/>
                </a:lnTo>
                <a:lnTo>
                  <a:pt x="1854027" y="16473"/>
                </a:lnTo>
                <a:lnTo>
                  <a:pt x="1896290" y="23131"/>
                </a:lnTo>
                <a:lnTo>
                  <a:pt x="1938362" y="30900"/>
                </a:lnTo>
                <a:lnTo>
                  <a:pt x="1980215" y="39776"/>
                </a:lnTo>
                <a:lnTo>
                  <a:pt x="2021820" y="49752"/>
                </a:lnTo>
                <a:lnTo>
                  <a:pt x="2063147" y="60821"/>
                </a:lnTo>
                <a:lnTo>
                  <a:pt x="2104168" y="72976"/>
                </a:lnTo>
                <a:lnTo>
                  <a:pt x="2144855" y="86209"/>
                </a:lnTo>
                <a:lnTo>
                  <a:pt x="2185178" y="100509"/>
                </a:lnTo>
                <a:lnTo>
                  <a:pt x="2225110" y="115868"/>
                </a:lnTo>
                <a:lnTo>
                  <a:pt x="2264624" y="132274"/>
                </a:lnTo>
                <a:lnTo>
                  <a:pt x="2303691" y="149716"/>
                </a:lnTo>
                <a:lnTo>
                  <a:pt x="2342285" y="168182"/>
                </a:lnTo>
                <a:lnTo>
                  <a:pt x="2380378" y="187658"/>
                </a:lnTo>
                <a:lnTo>
                  <a:pt x="2417945" y="208133"/>
                </a:lnTo>
                <a:lnTo>
                  <a:pt x="2454959" y="229591"/>
                </a:lnTo>
                <a:lnTo>
                  <a:pt x="2491394" y="252017"/>
                </a:lnTo>
                <a:lnTo>
                  <a:pt x="2527226" y="275396"/>
                </a:lnTo>
                <a:lnTo>
                  <a:pt x="2562428" y="299711"/>
                </a:lnTo>
                <a:lnTo>
                  <a:pt x="2596978" y="324946"/>
                </a:lnTo>
                <a:lnTo>
                  <a:pt x="2630850" y="351084"/>
                </a:lnTo>
                <a:lnTo>
                  <a:pt x="2664021" y="378105"/>
                </a:lnTo>
                <a:lnTo>
                  <a:pt x="2696468" y="405991"/>
                </a:lnTo>
                <a:lnTo>
                  <a:pt x="2728169" y="434723"/>
                </a:lnTo>
                <a:lnTo>
                  <a:pt x="2759102" y="464281"/>
                </a:lnTo>
                <a:lnTo>
                  <a:pt x="2789244" y="494644"/>
                </a:lnTo>
                <a:lnTo>
                  <a:pt x="2818575" y="525791"/>
                </a:lnTo>
                <a:lnTo>
                  <a:pt x="2847075" y="557700"/>
                </a:lnTo>
                <a:lnTo>
                  <a:pt x="2874724" y="590350"/>
                </a:lnTo>
                <a:lnTo>
                  <a:pt x="2901503" y="623718"/>
                </a:lnTo>
                <a:lnTo>
                  <a:pt x="2927392" y="657779"/>
                </a:lnTo>
                <a:lnTo>
                  <a:pt x="2952375" y="692512"/>
                </a:lnTo>
                <a:lnTo>
                  <a:pt x="2976433" y="727891"/>
                </a:lnTo>
                <a:lnTo>
                  <a:pt x="2999550" y="763892"/>
                </a:lnTo>
                <a:lnTo>
                  <a:pt x="3021710" y="800490"/>
                </a:lnTo>
                <a:lnTo>
                  <a:pt x="3042897" y="837659"/>
                </a:lnTo>
                <a:lnTo>
                  <a:pt x="3063097" y="875374"/>
                </a:lnTo>
                <a:lnTo>
                  <a:pt x="3082295" y="913609"/>
                </a:lnTo>
                <a:lnTo>
                  <a:pt x="3100479" y="952336"/>
                </a:lnTo>
                <a:lnTo>
                  <a:pt x="3117636" y="991530"/>
                </a:lnTo>
                <a:lnTo>
                  <a:pt x="3133753" y="1031162"/>
                </a:lnTo>
                <a:lnTo>
                  <a:pt x="3148820" y="1071205"/>
                </a:lnTo>
                <a:lnTo>
                  <a:pt x="3162826" y="1111632"/>
                </a:lnTo>
                <a:lnTo>
                  <a:pt x="3175762" y="1152413"/>
                </a:lnTo>
                <a:lnTo>
                  <a:pt x="3187617" y="1193522"/>
                </a:lnTo>
                <a:lnTo>
                  <a:pt x="3198385" y="1234929"/>
                </a:lnTo>
                <a:lnTo>
                  <a:pt x="3208057" y="1276605"/>
                </a:lnTo>
                <a:lnTo>
                  <a:pt x="3216628" y="1318522"/>
                </a:lnTo>
                <a:lnTo>
                  <a:pt x="2929718" y="1373253"/>
                </a:lnTo>
                <a:lnTo>
                  <a:pt x="2922690" y="1338881"/>
                </a:lnTo>
                <a:lnTo>
                  <a:pt x="2914759" y="1304706"/>
                </a:lnTo>
                <a:lnTo>
                  <a:pt x="2905930" y="1270753"/>
                </a:lnTo>
                <a:lnTo>
                  <a:pt x="2896208" y="1237044"/>
                </a:lnTo>
                <a:lnTo>
                  <a:pt x="2885601" y="1203603"/>
                </a:lnTo>
                <a:lnTo>
                  <a:pt x="2874116" y="1170453"/>
                </a:lnTo>
                <a:lnTo>
                  <a:pt x="2861761" y="1137618"/>
                </a:lnTo>
                <a:lnTo>
                  <a:pt x="2848545" y="1105119"/>
                </a:lnTo>
                <a:lnTo>
                  <a:pt x="2834476" y="1072981"/>
                </a:lnTo>
                <a:lnTo>
                  <a:pt x="2819566" y="1041224"/>
                </a:lnTo>
                <a:lnTo>
                  <a:pt x="2803823" y="1009872"/>
                </a:lnTo>
                <a:lnTo>
                  <a:pt x="2787259" y="978946"/>
                </a:lnTo>
                <a:lnTo>
                  <a:pt x="2769885" y="948467"/>
                </a:lnTo>
                <a:lnTo>
                  <a:pt x="2751714" y="918456"/>
                </a:lnTo>
                <a:lnTo>
                  <a:pt x="2732758" y="888935"/>
                </a:lnTo>
                <a:lnTo>
                  <a:pt x="2713031" y="859925"/>
                </a:lnTo>
                <a:lnTo>
                  <a:pt x="2692545" y="831444"/>
                </a:lnTo>
                <a:lnTo>
                  <a:pt x="2671316" y="803513"/>
                </a:lnTo>
                <a:lnTo>
                  <a:pt x="2649357" y="776152"/>
                </a:lnTo>
                <a:lnTo>
                  <a:pt x="2626685" y="749379"/>
                </a:lnTo>
                <a:lnTo>
                  <a:pt x="2603315" y="723213"/>
                </a:lnTo>
                <a:lnTo>
                  <a:pt x="2579263" y="697673"/>
                </a:lnTo>
                <a:lnTo>
                  <a:pt x="2554547" y="672775"/>
                </a:lnTo>
                <a:lnTo>
                  <a:pt x="2529182" y="648538"/>
                </a:lnTo>
                <a:lnTo>
                  <a:pt x="2503187" y="624977"/>
                </a:lnTo>
                <a:lnTo>
                  <a:pt x="2476581" y="602111"/>
                </a:lnTo>
                <a:lnTo>
                  <a:pt x="2449380" y="579953"/>
                </a:lnTo>
                <a:lnTo>
                  <a:pt x="2421605" y="558521"/>
                </a:lnTo>
                <a:lnTo>
                  <a:pt x="2393275" y="537828"/>
                </a:lnTo>
                <a:lnTo>
                  <a:pt x="2364408" y="517890"/>
                </a:lnTo>
                <a:lnTo>
                  <a:pt x="2335027" y="498719"/>
                </a:lnTo>
                <a:lnTo>
                  <a:pt x="2305150" y="480329"/>
                </a:lnTo>
                <a:lnTo>
                  <a:pt x="2274798" y="462734"/>
                </a:lnTo>
                <a:lnTo>
                  <a:pt x="2243993" y="445945"/>
                </a:lnTo>
                <a:lnTo>
                  <a:pt x="2212757" y="429974"/>
                </a:lnTo>
                <a:lnTo>
                  <a:pt x="2181110" y="414832"/>
                </a:lnTo>
                <a:lnTo>
                  <a:pt x="2149075" y="400529"/>
                </a:lnTo>
                <a:lnTo>
                  <a:pt x="2116674" y="387076"/>
                </a:lnTo>
                <a:lnTo>
                  <a:pt x="2083929" y="374482"/>
                </a:lnTo>
                <a:lnTo>
                  <a:pt x="2050864" y="362756"/>
                </a:lnTo>
                <a:lnTo>
                  <a:pt x="2017501" y="351905"/>
                </a:lnTo>
                <a:lnTo>
                  <a:pt x="1983864" y="341938"/>
                </a:lnTo>
                <a:lnTo>
                  <a:pt x="1949976" y="332861"/>
                </a:lnTo>
                <a:lnTo>
                  <a:pt x="1915860" y="324681"/>
                </a:lnTo>
                <a:lnTo>
                  <a:pt x="1881540" y="317403"/>
                </a:lnTo>
                <a:lnTo>
                  <a:pt x="1847041" y="311032"/>
                </a:lnTo>
                <a:lnTo>
                  <a:pt x="1812385" y="305573"/>
                </a:lnTo>
                <a:lnTo>
                  <a:pt x="1777598" y="301030"/>
                </a:lnTo>
                <a:lnTo>
                  <a:pt x="1742703" y="297405"/>
                </a:lnTo>
                <a:lnTo>
                  <a:pt x="1707724" y="294701"/>
                </a:lnTo>
                <a:lnTo>
                  <a:pt x="1672686" y="292921"/>
                </a:lnTo>
                <a:lnTo>
                  <a:pt x="1637614" y="292065"/>
                </a:lnTo>
                <a:lnTo>
                  <a:pt x="1602531" y="292134"/>
                </a:lnTo>
                <a:lnTo>
                  <a:pt x="1567462" y="293127"/>
                </a:lnTo>
                <a:lnTo>
                  <a:pt x="1532432" y="295045"/>
                </a:lnTo>
                <a:lnTo>
                  <a:pt x="1497464" y="297886"/>
                </a:lnTo>
                <a:lnTo>
                  <a:pt x="1462584" y="301648"/>
                </a:lnTo>
                <a:lnTo>
                  <a:pt x="1427814" y="306328"/>
                </a:lnTo>
                <a:lnTo>
                  <a:pt x="1393181" y="311923"/>
                </a:lnTo>
                <a:lnTo>
                  <a:pt x="1358706" y="318429"/>
                </a:lnTo>
                <a:lnTo>
                  <a:pt x="1324415" y="325842"/>
                </a:lnTo>
                <a:lnTo>
                  <a:pt x="1290332" y="334156"/>
                </a:lnTo>
                <a:lnTo>
                  <a:pt x="1256480" y="343366"/>
                </a:lnTo>
                <a:lnTo>
                  <a:pt x="1222882" y="353466"/>
                </a:lnTo>
                <a:lnTo>
                  <a:pt x="1189562" y="364447"/>
                </a:lnTo>
                <a:lnTo>
                  <a:pt x="1156543" y="376303"/>
                </a:lnTo>
                <a:lnTo>
                  <a:pt x="1123848" y="389026"/>
                </a:lnTo>
                <a:lnTo>
                  <a:pt x="1091500" y="402606"/>
                </a:lnTo>
                <a:lnTo>
                  <a:pt x="1059522" y="417034"/>
                </a:lnTo>
                <a:lnTo>
                  <a:pt x="1027935" y="432300"/>
                </a:lnTo>
                <a:lnTo>
                  <a:pt x="996761" y="448394"/>
                </a:lnTo>
                <a:lnTo>
                  <a:pt x="966022" y="465304"/>
                </a:lnTo>
                <a:lnTo>
                  <a:pt x="935740" y="483018"/>
                </a:lnTo>
                <a:lnTo>
                  <a:pt x="905935" y="501525"/>
                </a:lnTo>
                <a:lnTo>
                  <a:pt x="876629" y="520811"/>
                </a:lnTo>
                <a:lnTo>
                  <a:pt x="847841" y="540863"/>
                </a:lnTo>
                <a:lnTo>
                  <a:pt x="819592" y="561667"/>
                </a:lnTo>
                <a:lnTo>
                  <a:pt x="791902" y="583208"/>
                </a:lnTo>
                <a:lnTo>
                  <a:pt x="764789" y="605472"/>
                </a:lnTo>
                <a:lnTo>
                  <a:pt x="738272" y="628443"/>
                </a:lnTo>
                <a:lnTo>
                  <a:pt x="712370" y="652105"/>
                </a:lnTo>
                <a:lnTo>
                  <a:pt x="687101" y="676442"/>
                </a:lnTo>
                <a:lnTo>
                  <a:pt x="662482" y="701436"/>
                </a:lnTo>
                <a:lnTo>
                  <a:pt x="638531" y="727071"/>
                </a:lnTo>
                <a:lnTo>
                  <a:pt x="615264" y="753329"/>
                </a:lnTo>
                <a:lnTo>
                  <a:pt x="592697" y="780190"/>
                </a:lnTo>
                <a:lnTo>
                  <a:pt x="570846" y="807638"/>
                </a:lnTo>
                <a:lnTo>
                  <a:pt x="549727" y="835651"/>
                </a:lnTo>
                <a:lnTo>
                  <a:pt x="529353" y="864212"/>
                </a:lnTo>
                <a:lnTo>
                  <a:pt x="509739" y="893300"/>
                </a:lnTo>
                <a:lnTo>
                  <a:pt x="490900" y="922895"/>
                </a:lnTo>
                <a:lnTo>
                  <a:pt x="472846" y="952977"/>
                </a:lnTo>
                <a:lnTo>
                  <a:pt x="455593" y="983524"/>
                </a:lnTo>
                <a:lnTo>
                  <a:pt x="439150" y="1014515"/>
                </a:lnTo>
                <a:lnTo>
                  <a:pt x="423531" y="1045929"/>
                </a:lnTo>
                <a:lnTo>
                  <a:pt x="408745" y="1077744"/>
                </a:lnTo>
                <a:lnTo>
                  <a:pt x="394803" y="1109937"/>
                </a:lnTo>
                <a:lnTo>
                  <a:pt x="381714" y="1142487"/>
                </a:lnTo>
                <a:lnTo>
                  <a:pt x="369488" y="1175371"/>
                </a:lnTo>
                <a:lnTo>
                  <a:pt x="358133" y="1208565"/>
                </a:lnTo>
                <a:lnTo>
                  <a:pt x="347658" y="1242048"/>
                </a:lnTo>
                <a:lnTo>
                  <a:pt x="338069" y="1275795"/>
                </a:lnTo>
                <a:lnTo>
                  <a:pt x="329373" y="1309783"/>
                </a:lnTo>
                <a:lnTo>
                  <a:pt x="321576" y="1343988"/>
                </a:lnTo>
                <a:lnTo>
                  <a:pt x="314683" y="1378387"/>
                </a:lnTo>
                <a:lnTo>
                  <a:pt x="308700" y="1412956"/>
                </a:lnTo>
                <a:lnTo>
                  <a:pt x="303630" y="1447671"/>
                </a:lnTo>
                <a:lnTo>
                  <a:pt x="299477" y="1482507"/>
                </a:lnTo>
                <a:lnTo>
                  <a:pt x="296244" y="1517441"/>
                </a:lnTo>
                <a:lnTo>
                  <a:pt x="293933" y="1552447"/>
                </a:lnTo>
                <a:lnTo>
                  <a:pt x="292546" y="1587503"/>
                </a:lnTo>
                <a:lnTo>
                  <a:pt x="292083" y="1622583"/>
                </a:lnTo>
                <a:close/>
              </a:path>
            </a:pathLst>
          </a:cu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763348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94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737268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1025881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620406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310명 중 291명 통과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병원을 2곳 늘려 남은 190명을 6개월 안에 채운다.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