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D1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D3E5E1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3E5E1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BB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D3E5E1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3E5E1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D1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BB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D3E5E1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3E5E1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BB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