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군 간 비교는 pseudobulk로 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038175"/>
            <a:ext cx="2078424" cy="3155475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2038175"/>
            <a:ext cx="2078424" cy="3155475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2038175"/>
            <a:ext cx="2078424" cy="3155475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2038175"/>
            <a:ext cx="2078424" cy="3155475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2038175"/>
            <a:ext cx="2078424" cy="3155475"/>
          </a:xfrm>
          <a:prstGeom prst="rect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