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6"/>
    <p:sldId id="257" r:id="rId8"/>
  </p:sldIdLst>
  <p:sldSz cx="12192000" cy="6858000"/>
  <p:notesSz cx="6858000" cy="9144000"/>
  <p:defaultTextStyle>
    <a:defPPr marL="0" indent="0" algn="l">
      <a:lnSpc>
        <a:spcPct val="100000"/>
      </a:lnSpc>
      <a:spcBef>
        <a:spcPts val="0"/>
      </a:spcBef>
      <a:buNone/>
      <a:defRPr lang="ko-KR" sz="1800" b="0" kern="0" spc="-40">
        <a:solidFill>
          <a:schemeClr val="tx1"/>
        </a:solidFill>
        <a:latin typeface="+mn-lt"/>
        <a:ea typeface="+mn-ea"/>
      </a:defRPr>
    </a:defPPr>
  </p:defaultTextStyle>
  <p:extLst>
    <p:ext uri="{EFAFB233-063F-42B5-8137-9DF3F51BA10A}">
      <p15:sldGuideLst xmlns:p15="http://schemas.microsoft.com/office/powerpoint/2012/main">
        <p15:guide id="1" pos="295">
          <p15:clr>
            <a:srgbClr val="F26B43"/>
          </p15:clr>
        </p15:guide>
        <p15:guide id="2" pos="7385">
          <p15:clr>
            <a:srgbClr val="F26B43"/>
          </p15:clr>
        </p15:guide>
        <p15:guide id="3" orient="horz" pos="295">
          <p15:clr>
            <a:srgbClr val="F26B43"/>
          </p15:clr>
        </p15:guide>
        <p15:guide id="4" orient="horz" pos="4025">
          <p15:clr>
            <a:srgbClr val="F26B43"/>
          </p15:clr>
        </p15:guide>
        <p15:guide id="5" orient="horz" pos="862">
          <p15:clr>
            <a:srgbClr val="F26B43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3C2E1A5B-7D4F-4B8E-9A61-2F0C5D8E7B14}">
  <a:tblStyle styleId="{3C2E1A5B-7D4F-4B8E-9A61-2F0C5D8E7B14}" styleName="HaLab 가로선 표">
    <a:wholeTbl>
      <a:tcTxStyle>
        <a:fontRef idx="minor"/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6350">
              <a:solidFill>
                <a:schemeClr val="accent6"/>
              </a:solidFill>
            </a:ln>
          </a:top>
          <a:bottom>
            <a:ln w="6350">
              <a:solidFill>
                <a:schemeClr val="accent6"/>
              </a:solidFill>
            </a:ln>
          </a:bottom>
          <a:insideH>
            <a:ln w="6350">
              <a:solidFill>
                <a:schemeClr val="accent6"/>
              </a:solidFill>
            </a:ln>
          </a:insideH>
          <a:insideV>
            <a:ln>
              <a:noFill/>
            </a:ln>
          </a:insideV>
        </a:tcBdr>
        <a:fill>
          <a:noFill/>
        </a:fill>
      </a:tcStyle>
    </a:wholeTbl>
    <a:firstRow>
      <a:tcTxStyle b="on">
        <a:fontRef idx="minor"/>
        <a:schemeClr val="tx1"/>
      </a:tcTxStyle>
      <a:tcStyle>
        <a:tcBdr>
          <a:top>
            <a:ln w="12700">
              <a:solidFill>
                <a:schemeClr val="tx1"/>
              </a:solidFill>
            </a:ln>
          </a:top>
          <a:bottom>
            <a:ln w="9525">
              <a:solidFill>
                <a:schemeClr val="tx2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ableStyles" Target="tableStyles.xml"/><Relationship Id="rId6" Type="http://schemas.openxmlformats.org/officeDocument/2006/relationships/slide" Target="slides/slide1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2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(time-03-a).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(time-03-b).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L1 표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강조 막대"/>
          <p:cNvSpPr/>
          <p:nvPr userDrawn="1"/>
        </p:nvSpPr>
        <p:spPr>
          <a:xfrm>
            <a:off x="468000" y="1516500"/>
            <a:ext cx="576000" cy="576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ko-KR"/>
          </a:p>
        </p:txBody>
      </p:sp>
      <p:sp>
        <p:nvSpPr>
          <p:cNvPr id="3" name="발표 구분"/>
          <p:cNvSpPr>
            <a:spLocks noGrp="1"/>
          </p:cNvSpPr>
          <p:nvPr>
            <p:ph type="body" idx="13"/>
          </p:nvPr>
        </p:nvSpPr>
        <p:spPr>
          <a:xfrm>
            <a:off x="468000" y="1714500"/>
            <a:ext cx="7879284" cy="324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400" b="0" kern="0" spc="-20">
                <a:solidFill>
                  <a:schemeClr val="accent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발표 구분 (예: 2026 글로컬랩 발표평가)</a:t>
            </a:r>
          </a:p>
        </p:txBody>
      </p:sp>
      <p:sp>
        <p:nvSpPr>
          <p:cNvPr id="4" name="과제명"/>
          <p:cNvSpPr>
            <a:spLocks noGrp="1"/>
          </p:cNvSpPr>
          <p:nvPr>
            <p:ph type="ctrTitle"/>
          </p:nvPr>
        </p:nvSpPr>
        <p:spPr>
          <a:xfrm>
            <a:off x="468000" y="2110500"/>
            <a:ext cx="9004896" cy="1205971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8000"/>
              </a:lnSpc>
              <a:spcBef>
                <a:spcPts val="0"/>
              </a:spcBef>
              <a:buNone/>
              <a:defRPr lang="ko-KR" sz="4000" b="1" kern="0" spc="-80">
                <a:solidFill>
                  <a:schemeClr val="tx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과제명 (2줄 이내)</a:t>
            </a:r>
          </a:p>
        </p:txBody>
      </p:sp>
      <p:sp>
        <p:nvSpPr>
          <p:cNvPr id="5" name="부제"/>
          <p:cNvSpPr>
            <a:spLocks noGrp="1"/>
          </p:cNvSpPr>
          <p:nvPr>
            <p:ph type="subTitle" idx="1"/>
          </p:nvPr>
        </p:nvSpPr>
        <p:spPr>
          <a:xfrm>
            <a:off x="468000" y="3568471"/>
            <a:ext cx="9004896" cy="504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2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부제 또는 영문 과제명</a:t>
            </a:r>
          </a:p>
        </p:txBody>
      </p:sp>
      <p:sp>
        <p:nvSpPr>
          <p:cNvPr id="6" name="발표자"/>
          <p:cNvSpPr>
            <a:spLocks noGrp="1"/>
          </p:cNvSpPr>
          <p:nvPr>
            <p:ph type="body" idx="14"/>
          </p:nvPr>
        </p:nvSpPr>
        <p:spPr>
          <a:xfrm>
            <a:off x="468000" y="4288471"/>
            <a:ext cx="6753672" cy="432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400" b="0" kern="0" spc="-2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발표자 · 소속</a:t>
            </a:r>
          </a:p>
        </p:txBody>
      </p:sp>
      <p:sp>
        <p:nvSpPr>
          <p:cNvPr id="7" name="기관 로고 줄"/>
          <p:cNvSpPr>
            <a:spLocks noGrp="1"/>
          </p:cNvSpPr>
          <p:nvPr>
            <p:ph type="body" idx="15"/>
          </p:nvPr>
        </p:nvSpPr>
        <p:spPr>
          <a:xfrm>
            <a:off x="468000" y="6174000"/>
            <a:ext cx="11256120" cy="432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기관 로고 (이 줄에 한 줄로)</a:t>
            </a: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cust" preserve="1">
  <p:cSld name="L2 목차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목차 제목"/>
          <p:cNvSpPr>
            <a:spLocks noGrp="1"/>
          </p:cNvSpPr>
          <p:nvPr>
            <p:ph type="title"/>
          </p:nvPr>
        </p:nvSpPr>
        <p:spPr>
          <a:xfrm>
            <a:off x="468000" y="2468880"/>
            <a:ext cx="3240000" cy="720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3200" b="1" kern="0" spc="-80">
                <a:solidFill>
                  <a:schemeClr val="tx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목차</a:t>
            </a:r>
          </a:p>
        </p:txBody>
      </p:sp>
      <p:sp>
        <p:nvSpPr>
          <p:cNvPr id="3" name="번호 1"/>
          <p:cNvSpPr>
            <a:spLocks noGrp="1"/>
          </p:cNvSpPr>
          <p:nvPr>
            <p:ph type="body" idx="20"/>
          </p:nvPr>
        </p:nvSpPr>
        <p:spPr>
          <a:xfrm>
            <a:off x="4511084" y="1436143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</a:t>
            </a:r>
          </a:p>
        </p:txBody>
      </p:sp>
      <p:sp>
        <p:nvSpPr>
          <p:cNvPr id="4" name="항목 1"/>
          <p:cNvSpPr>
            <a:spLocks noGrp="1"/>
          </p:cNvSpPr>
          <p:nvPr>
            <p:ph type="body" idx="30"/>
          </p:nvPr>
        </p:nvSpPr>
        <p:spPr>
          <a:xfrm>
            <a:off x="5087084" y="1296000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5" name="번호 2"/>
          <p:cNvSpPr>
            <a:spLocks noGrp="1"/>
          </p:cNvSpPr>
          <p:nvPr>
            <p:ph type="body" idx="21"/>
          </p:nvPr>
        </p:nvSpPr>
        <p:spPr>
          <a:xfrm>
            <a:off x="4511084" y="2076429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II</a:t>
            </a:r>
          </a:p>
        </p:txBody>
      </p:sp>
      <p:sp>
        <p:nvSpPr>
          <p:cNvPr id="6" name="항목 2"/>
          <p:cNvSpPr>
            <a:spLocks noGrp="1"/>
          </p:cNvSpPr>
          <p:nvPr>
            <p:ph type="body" idx="31"/>
          </p:nvPr>
        </p:nvSpPr>
        <p:spPr>
          <a:xfrm>
            <a:off x="5087084" y="1936286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7" name="번호 3"/>
          <p:cNvSpPr>
            <a:spLocks noGrp="1"/>
          </p:cNvSpPr>
          <p:nvPr>
            <p:ph type="body" idx="22"/>
          </p:nvPr>
        </p:nvSpPr>
        <p:spPr>
          <a:xfrm>
            <a:off x="4511084" y="2716714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III</a:t>
            </a:r>
          </a:p>
        </p:txBody>
      </p:sp>
      <p:sp>
        <p:nvSpPr>
          <p:cNvPr id="8" name="항목 3"/>
          <p:cNvSpPr>
            <a:spLocks noGrp="1"/>
          </p:cNvSpPr>
          <p:nvPr>
            <p:ph type="body" idx="32"/>
          </p:nvPr>
        </p:nvSpPr>
        <p:spPr>
          <a:xfrm>
            <a:off x="5087084" y="2576571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9" name="번호 4"/>
          <p:cNvSpPr>
            <a:spLocks noGrp="1"/>
          </p:cNvSpPr>
          <p:nvPr>
            <p:ph type="body" idx="23"/>
          </p:nvPr>
        </p:nvSpPr>
        <p:spPr>
          <a:xfrm>
            <a:off x="4511084" y="3357000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IV</a:t>
            </a:r>
          </a:p>
        </p:txBody>
      </p:sp>
      <p:sp>
        <p:nvSpPr>
          <p:cNvPr id="10" name="항목 4"/>
          <p:cNvSpPr>
            <a:spLocks noGrp="1"/>
          </p:cNvSpPr>
          <p:nvPr>
            <p:ph type="body" idx="33"/>
          </p:nvPr>
        </p:nvSpPr>
        <p:spPr>
          <a:xfrm>
            <a:off x="5087084" y="3216857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11" name="번호 5"/>
          <p:cNvSpPr>
            <a:spLocks noGrp="1"/>
          </p:cNvSpPr>
          <p:nvPr>
            <p:ph type="body" idx="24"/>
          </p:nvPr>
        </p:nvSpPr>
        <p:spPr>
          <a:xfrm>
            <a:off x="4511084" y="3997286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V</a:t>
            </a:r>
          </a:p>
        </p:txBody>
      </p:sp>
      <p:sp>
        <p:nvSpPr>
          <p:cNvPr id="12" name="항목 5"/>
          <p:cNvSpPr>
            <a:spLocks noGrp="1"/>
          </p:cNvSpPr>
          <p:nvPr>
            <p:ph type="body" idx="34"/>
          </p:nvPr>
        </p:nvSpPr>
        <p:spPr>
          <a:xfrm>
            <a:off x="5087084" y="3857143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13" name="번호 6"/>
          <p:cNvSpPr>
            <a:spLocks noGrp="1"/>
          </p:cNvSpPr>
          <p:nvPr>
            <p:ph type="body" idx="25"/>
          </p:nvPr>
        </p:nvSpPr>
        <p:spPr>
          <a:xfrm>
            <a:off x="4511084" y="4637571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VI</a:t>
            </a:r>
          </a:p>
        </p:txBody>
      </p:sp>
      <p:sp>
        <p:nvSpPr>
          <p:cNvPr id="14" name="항목 6"/>
          <p:cNvSpPr>
            <a:spLocks noGrp="1"/>
          </p:cNvSpPr>
          <p:nvPr>
            <p:ph type="body" idx="35"/>
          </p:nvPr>
        </p:nvSpPr>
        <p:spPr>
          <a:xfrm>
            <a:off x="5087084" y="4497429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15" name="번호 7"/>
          <p:cNvSpPr>
            <a:spLocks noGrp="1"/>
          </p:cNvSpPr>
          <p:nvPr>
            <p:ph type="body" idx="26"/>
          </p:nvPr>
        </p:nvSpPr>
        <p:spPr>
          <a:xfrm>
            <a:off x="4511084" y="5277857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VII</a:t>
            </a:r>
          </a:p>
        </p:txBody>
      </p:sp>
      <p:sp>
        <p:nvSpPr>
          <p:cNvPr id="16" name="항목 7"/>
          <p:cNvSpPr>
            <a:spLocks noGrp="1"/>
          </p:cNvSpPr>
          <p:nvPr>
            <p:ph type="body" idx="36"/>
          </p:nvPr>
        </p:nvSpPr>
        <p:spPr>
          <a:xfrm>
            <a:off x="5087084" y="5137714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L3 간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섹션 번호"/>
          <p:cNvSpPr>
            <a:spLocks noGrp="1"/>
          </p:cNvSpPr>
          <p:nvPr>
            <p:ph type="body" idx="13"/>
          </p:nvPr>
        </p:nvSpPr>
        <p:spPr>
          <a:xfrm>
            <a:off x="468000" y="2880360"/>
            <a:ext cx="792000" cy="792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30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</a:t>
            </a:r>
          </a:p>
        </p:txBody>
      </p:sp>
      <p:sp>
        <p:nvSpPr>
          <p:cNvPr id="3" name="섹션 이름"/>
          <p:cNvSpPr>
            <a:spLocks noGrp="1"/>
          </p:cNvSpPr>
          <p:nvPr>
            <p:ph type="title"/>
          </p:nvPr>
        </p:nvSpPr>
        <p:spPr>
          <a:xfrm>
            <a:off x="1512000" y="2736360"/>
            <a:ext cx="10212120" cy="10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3600" b="1" kern="0" spc="-80">
                <a:solidFill>
                  <a:schemeClr val="tx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섹션 이름</a:t>
            </a: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L4 헤더 + 빈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섹션 라벨"/>
          <p:cNvSpPr>
            <a:spLocks noGrp="1"/>
          </p:cNvSpPr>
          <p:nvPr>
            <p:ph type="body" idx="13"/>
          </p:nvPr>
        </p:nvSpPr>
        <p:spPr>
          <a:xfrm>
            <a:off x="468000" y="468000"/>
            <a:ext cx="504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100" b="0" kern="0" spc="-20">
                <a:solidFill>
                  <a:schemeClr val="accent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섹션 이름</a:t>
            </a:r>
          </a:p>
        </p:txBody>
      </p:sp>
      <p:sp>
        <p:nvSpPr>
          <p:cNvPr id="3" name="평가 지표 태그"/>
          <p:cNvSpPr>
            <a:spLocks noGrp="1"/>
          </p:cNvSpPr>
          <p:nvPr>
            <p:ph type="body" idx="14"/>
          </p:nvPr>
        </p:nvSpPr>
        <p:spPr>
          <a:xfrm>
            <a:off x="7404120" y="468000"/>
            <a:ext cx="432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평가 지표·사전질의 번호 (필요할 때만)</a:t>
            </a:r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468000" y="666000"/>
            <a:ext cx="11256120" cy="450000"/>
          </a:xfrm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ko-KR"/>
              <a:t>슬라이드 제목</a:t>
            </a:r>
          </a:p>
        </p:txBody>
      </p:sp>
      <p:cxnSp>
        <p:nvCxnSpPr>
          <p:cNvPr id="5" name="구분선"/>
          <p:cNvCxnSpPr/>
          <p:nvPr userDrawn="1"/>
        </p:nvCxnSpPr>
        <p:spPr>
          <a:xfrm>
            <a:off x="468000" y="1188000"/>
            <a:ext cx="11256120" cy="0"/>
          </a:xfrm>
          <a:prstGeom prst="line">
            <a:avLst/>
          </a:prstGeom>
          <a:ln w="9525">
            <a:solidFill>
              <a:schemeClr val="accent6"/>
            </a:solidFill>
          </a:ln>
        </p:spPr>
      </p:cxnSp>
      <p:sp>
        <p:nvSpPr>
          <p:cNvPr id="6" name="Slide Number"/>
          <p:cNvSpPr>
            <a:spLocks noGrp="1"/>
          </p:cNvSpPr>
          <p:nvPr>
            <p:ph type="sldNum" idx="12" sz="quarter"/>
          </p:nvPr>
        </p:nvSpPr>
        <p:spPr>
          <a:xfrm>
            <a:off x="10644120" y="6498000"/>
            <a:ext cx="1080000" cy="1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fld id="{B6F15528-21DE-4FAA-801E-634DDDAF4B2B}" type="slidenum">
              <a:rPr lang="ko-KR"/>
              <a:t>‹#›</a:t>
            </a:fld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L5 2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섹션 라벨"/>
          <p:cNvSpPr>
            <a:spLocks noGrp="1"/>
          </p:cNvSpPr>
          <p:nvPr>
            <p:ph type="body" idx="13"/>
          </p:nvPr>
        </p:nvSpPr>
        <p:spPr>
          <a:xfrm>
            <a:off x="468000" y="468000"/>
            <a:ext cx="504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100" b="0" kern="0" spc="-20">
                <a:solidFill>
                  <a:schemeClr val="accent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섹션 이름</a:t>
            </a:r>
          </a:p>
        </p:txBody>
      </p:sp>
      <p:sp>
        <p:nvSpPr>
          <p:cNvPr id="3" name="평가 지표 태그"/>
          <p:cNvSpPr>
            <a:spLocks noGrp="1"/>
          </p:cNvSpPr>
          <p:nvPr>
            <p:ph type="body" idx="14"/>
          </p:nvPr>
        </p:nvSpPr>
        <p:spPr>
          <a:xfrm>
            <a:off x="7404120" y="468000"/>
            <a:ext cx="432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평가 지표·사전질의 번호 (필요할 때만)</a:t>
            </a:r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468000" y="666000"/>
            <a:ext cx="11256120" cy="450000"/>
          </a:xfrm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ko-KR"/>
              <a:t>슬라이드 제목</a:t>
            </a:r>
          </a:p>
        </p:txBody>
      </p:sp>
      <p:cxnSp>
        <p:nvCxnSpPr>
          <p:cNvPr id="5" name="구분선"/>
          <p:cNvCxnSpPr/>
          <p:nvPr userDrawn="1"/>
        </p:nvCxnSpPr>
        <p:spPr>
          <a:xfrm>
            <a:off x="468000" y="1188000"/>
            <a:ext cx="11256120" cy="0"/>
          </a:xfrm>
          <a:prstGeom prst="line">
            <a:avLst/>
          </a:prstGeom>
          <a:ln w="9525">
            <a:solidFill>
              <a:schemeClr val="accent6"/>
            </a:solidFill>
          </a:ln>
        </p:spPr>
      </p:cxnSp>
      <p:sp>
        <p:nvSpPr>
          <p:cNvPr id="6" name="왼쪽 소제목"/>
          <p:cNvSpPr>
            <a:spLocks noGrp="1"/>
          </p:cNvSpPr>
          <p:nvPr>
            <p:ph type="body" idx="15"/>
          </p:nvPr>
        </p:nvSpPr>
        <p:spPr>
          <a:xfrm>
            <a:off x="468000" y="1368000"/>
            <a:ext cx="5448060" cy="360000"/>
          </a:xfrm>
          <a:prstGeom prst="rect">
            <a:avLst/>
          </a:prstGeom>
          <a:solidFill>
            <a:srgbClr val="D7E0DB"/>
          </a:solidFill>
          <a:ln>
            <a:noFill/>
          </a:ln>
        </p:spPr>
        <p:txBody>
          <a:bodyPr vert="horz" wrap="square" lIns="126000" tIns="0" rIns="12600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1" kern="0" spc="-40">
                <a:solidFill>
                  <a:schemeClr val="tx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왼쪽 소제목</a:t>
            </a:r>
          </a:p>
        </p:txBody>
      </p:sp>
      <p:sp>
        <p:nvSpPr>
          <p:cNvPr id="7" name="왼쪽 내용"/>
          <p:cNvSpPr>
            <a:spLocks noGrp="1"/>
          </p:cNvSpPr>
          <p:nvPr>
            <p:ph idx="16"/>
          </p:nvPr>
        </p:nvSpPr>
        <p:spPr>
          <a:xfrm>
            <a:off x="468000" y="1944000"/>
            <a:ext cx="5448060" cy="4446000"/>
          </a:xfrm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/>
              <a:t>항목 6개 이내 · 키워드 + 설명 1–2줄</a:t>
            </a:r>
          </a:p>
        </p:txBody>
      </p:sp>
      <p:sp>
        <p:nvSpPr>
          <p:cNvPr id="8" name="오른쪽 소제목"/>
          <p:cNvSpPr>
            <a:spLocks noGrp="1"/>
          </p:cNvSpPr>
          <p:nvPr>
            <p:ph type="body" idx="17"/>
          </p:nvPr>
        </p:nvSpPr>
        <p:spPr>
          <a:xfrm>
            <a:off x="6276060" y="1368000"/>
            <a:ext cx="5448060" cy="360000"/>
          </a:xfrm>
          <a:prstGeom prst="rect">
            <a:avLst/>
          </a:prstGeom>
          <a:solidFill>
            <a:srgbClr val="D7E0DB"/>
          </a:solidFill>
          <a:ln>
            <a:noFill/>
          </a:ln>
        </p:spPr>
        <p:txBody>
          <a:bodyPr vert="horz" wrap="square" lIns="126000" tIns="0" rIns="12600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1" kern="0" spc="-40">
                <a:solidFill>
                  <a:schemeClr val="tx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오른쪽 소제목</a:t>
            </a:r>
          </a:p>
        </p:txBody>
      </p:sp>
      <p:sp>
        <p:nvSpPr>
          <p:cNvPr id="9" name="오른쪽 내용"/>
          <p:cNvSpPr>
            <a:spLocks noGrp="1"/>
          </p:cNvSpPr>
          <p:nvPr>
            <p:ph idx="18"/>
          </p:nvPr>
        </p:nvSpPr>
        <p:spPr>
          <a:xfrm>
            <a:off x="6276060" y="1944000"/>
            <a:ext cx="5448060" cy="4446000"/>
          </a:xfrm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/>
              <a:t>항목 6개 이내 · 키워드 + 설명 1–2줄</a:t>
            </a:r>
          </a:p>
        </p:txBody>
      </p:sp>
      <p:sp>
        <p:nvSpPr>
          <p:cNvPr id="10" name="Slide Number"/>
          <p:cNvSpPr>
            <a:spLocks noGrp="1"/>
          </p:cNvSpPr>
          <p:nvPr>
            <p:ph type="sldNum" idx="12" sz="quarter"/>
          </p:nvPr>
        </p:nvSpPr>
        <p:spPr>
          <a:xfrm>
            <a:off x="10644120" y="6498000"/>
            <a:ext cx="1080000" cy="1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fld id="{B6F15528-21DE-4FAA-801E-634DDDAF4B2B}" type="slidenum">
              <a:rPr lang="ko-KR"/>
              <a:t>‹#›</a:t>
            </a:fld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cust" preserve="1">
  <p:cSld name="L6 마무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강조 막대"/>
          <p:cNvSpPr/>
          <p:nvPr userDrawn="1"/>
        </p:nvSpPr>
        <p:spPr>
          <a:xfrm>
            <a:off x="468000" y="1516500"/>
            <a:ext cx="576000" cy="576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ko-KR"/>
          </a:p>
        </p:txBody>
      </p:sp>
      <p:sp>
        <p:nvSpPr>
          <p:cNvPr id="3" name="과제명"/>
          <p:cNvSpPr>
            <a:spLocks noGrp="1"/>
          </p:cNvSpPr>
          <p:nvPr>
            <p:ph type="ctrTitle"/>
          </p:nvPr>
        </p:nvSpPr>
        <p:spPr>
          <a:xfrm>
            <a:off x="468000" y="2110500"/>
            <a:ext cx="9004896" cy="1205971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8000"/>
              </a:lnSpc>
              <a:spcBef>
                <a:spcPts val="0"/>
              </a:spcBef>
              <a:buNone/>
              <a:defRPr lang="ko-KR" sz="4000" b="1" kern="0" spc="-80">
                <a:solidFill>
                  <a:schemeClr val="tx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감사합니다</a:t>
            </a:r>
          </a:p>
        </p:txBody>
      </p:sp>
      <p:sp>
        <p:nvSpPr>
          <p:cNvPr id="4" name="부제"/>
          <p:cNvSpPr>
            <a:spLocks noGrp="1"/>
          </p:cNvSpPr>
          <p:nvPr>
            <p:ph type="subTitle" idx="1"/>
          </p:nvPr>
        </p:nvSpPr>
        <p:spPr>
          <a:xfrm>
            <a:off x="468000" y="3568471"/>
            <a:ext cx="9004896" cy="504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2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과제명 한 줄</a:t>
            </a:r>
          </a:p>
        </p:txBody>
      </p:sp>
      <p:sp>
        <p:nvSpPr>
          <p:cNvPr id="5" name="발표자"/>
          <p:cNvSpPr>
            <a:spLocks noGrp="1"/>
          </p:cNvSpPr>
          <p:nvPr>
            <p:ph type="body" idx="14"/>
          </p:nvPr>
        </p:nvSpPr>
        <p:spPr>
          <a:xfrm>
            <a:off x="468000" y="4288471"/>
            <a:ext cx="6753672" cy="432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400" b="0" kern="0" spc="-2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발표자 · 연락처</a:t>
            </a:r>
          </a:p>
        </p:txBody>
      </p:sp>
      <p:sp>
        <p:nvSpPr>
          <p:cNvPr id="6" name="기관 로고 줄"/>
          <p:cNvSpPr>
            <a:spLocks noGrp="1"/>
          </p:cNvSpPr>
          <p:nvPr>
            <p:ph type="body" idx="15"/>
          </p:nvPr>
        </p:nvSpPr>
        <p:spPr>
          <a:xfrm>
            <a:off x="468000" y="6174000"/>
            <a:ext cx="11256120" cy="432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기관 로고 (이 줄에 한 줄로)</a:t>
            </a:r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68000" y="666000"/>
            <a:ext cx="11256120" cy="450000"/>
          </a:xfrm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ko-KR"/>
              <a:t>마스터 제목 스타일 편집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68000" y="1368000"/>
            <a:ext cx="11256120" cy="5022000"/>
          </a:xfrm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/>
              <a:t>마스터 텍스트 스타일을 편집합니다</a:t>
            </a:r>
          </a:p>
          <a:p>
            <a:r>
              <a:rPr lang="ko-KR"/>
              <a:t>둘째 수준</a:t>
            </a:r>
          </a:p>
          <a:p>
            <a:r>
              <a:rPr lang="ko-KR"/>
              <a:t>셋째 수준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>
          <a:xfrm>
            <a:off x="10644120" y="6498000"/>
            <a:ext cx="1080000" cy="1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fld id="{B6F15528-21DE-4FAA-801E-634DDDAF4B2B}" type="slidenum">
              <a:rPr lang="ko-KR"/>
              <a:t>‹#›</a:t>
            </a:fld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</p:sldLayoutIdLst>
  <p:txStyles>
    <p:titleStyle>
      <a:lvl1pPr marL="0" indent="0" algn="l">
        <a:lnSpc>
          <a:spcPct val="100000"/>
        </a:lnSpc>
        <a:spcBef>
          <a:spcPts val="0"/>
        </a:spcBef>
        <a:buNone/>
        <a:defRPr lang="ko-KR" sz="2800" b="1" kern="0" spc="-60">
          <a:solidFill>
            <a:schemeClr val="tx1"/>
          </a:solidFill>
          <a:latin typeface="+mj-lt"/>
          <a:ea typeface="+mj-ea"/>
        </a:defRPr>
      </a:lvl1pPr>
    </p:titleStyle>
    <p:bodyStyle>
      <a:lvl1pPr marL="0" indent="0" algn="l">
        <a:lnSpc>
          <a:spcPct val="120000"/>
        </a:lnSpc>
        <a:spcBef>
          <a:spcPts val="560"/>
        </a:spcBef>
        <a:buNone/>
        <a:defRPr lang="ko-KR" sz="1400" b="0" kern="0" spc="-40">
          <a:solidFill>
            <a:schemeClr val="tx1"/>
          </a:solidFill>
          <a:latin typeface="+mn-lt"/>
          <a:ea typeface="+mn-ea"/>
        </a:defRPr>
      </a:lvl1pPr>
      <a:lvl2pPr marL="162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–"/>
        <a:defRPr lang="ko-KR" sz="1400" b="0" kern="0" spc="-40">
          <a:solidFill>
            <a:schemeClr val="tx2"/>
          </a:solidFill>
          <a:latin typeface="+mn-lt"/>
          <a:ea typeface="+mn-ea"/>
        </a:defRPr>
      </a:lvl2pPr>
      <a:lvl3pPr marL="306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3pPr>
      <a:lvl4pPr marL="450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4pPr>
      <a:lvl5pPr marL="594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5pPr>
      <a:lvl6pPr marL="738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6pPr>
      <a:lvl7pPr marL="882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7pPr>
      <a:lvl8pPr marL="1026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8pPr>
      <a:lvl9pPr marL="1170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9pPr>
    </p:bodyStyle>
    <p:otherStyle>
      <a:defPPr marL="0" indent="0" algn="l">
        <a:lnSpc>
          <a:spcPct val="100000"/>
        </a:lnSpc>
        <a:spcBef>
          <a:spcPts val="0"/>
        </a:spcBef>
        <a:buNone/>
        <a:defRPr lang="ko-KR" sz="1400" b="0" kern="0" spc="-40">
          <a:solidFill>
            <a:schemeClr val="tx1"/>
          </a:solidFill>
          <a:latin typeface="+mn-lt"/>
          <a:ea typeface="+mn-ea"/>
        </a:defRPr>
      </a:def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연차별 추진 일정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3차년도 상반기에 생존 분석을 마쳐요</a:t>
            </a:r>
          </a:p>
        </p:txBody>
      </p:sp>
      <p:sp>
        <p:nvSpPr>
          <p:cNvPr id="5" name="time-03:year"/>
          <p:cNvSpPr txBox="1"/>
          <p:nvPr/>
        </p:nvSpPr>
        <p:spPr>
          <a:xfrm>
            <a:off x="3282030" y="1682181"/>
            <a:ext cx="2814030" cy="306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300" b="1" spc="-40">
                <a:solidFill>
                  <a:srgbClr val="262B33"/>
                </a:solidFill>
              </a:rPr>
              <a:t>1차년도</a:t>
            </a:r>
          </a:p>
        </p:txBody>
      </p:sp>
      <p:sp>
        <p:nvSpPr>
          <p:cNvPr id="6" name="time-03:quarter"/>
          <p:cNvSpPr txBox="1"/>
          <p:nvPr/>
        </p:nvSpPr>
        <p:spPr>
          <a:xfrm>
            <a:off x="3282030" y="1988181"/>
            <a:ext cx="703507" cy="216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100" b="0" spc="-40">
                <a:solidFill>
                  <a:srgbClr val="6B7280"/>
                </a:solidFill>
              </a:rPr>
              <a:t>Q1</a:t>
            </a:r>
          </a:p>
        </p:txBody>
      </p:sp>
      <p:sp>
        <p:nvSpPr>
          <p:cNvPr id="7" name="time-03:quarter"/>
          <p:cNvSpPr txBox="1"/>
          <p:nvPr/>
        </p:nvSpPr>
        <p:spPr>
          <a:xfrm>
            <a:off x="3985538" y="1988181"/>
            <a:ext cx="703507" cy="216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100" b="0" spc="-40">
                <a:solidFill>
                  <a:srgbClr val="6B7280"/>
                </a:solidFill>
              </a:rPr>
              <a:t>Q2</a:t>
            </a:r>
          </a:p>
        </p:txBody>
      </p:sp>
      <p:sp>
        <p:nvSpPr>
          <p:cNvPr id="8" name="time-03:quarter"/>
          <p:cNvSpPr txBox="1"/>
          <p:nvPr/>
        </p:nvSpPr>
        <p:spPr>
          <a:xfrm>
            <a:off x="4689045" y="1988181"/>
            <a:ext cx="703507" cy="216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100" b="0" spc="-40">
                <a:solidFill>
                  <a:srgbClr val="6B7280"/>
                </a:solidFill>
              </a:rPr>
              <a:t>Q3</a:t>
            </a:r>
          </a:p>
        </p:txBody>
      </p:sp>
      <p:sp>
        <p:nvSpPr>
          <p:cNvPr id="9" name="time-03:quarter"/>
          <p:cNvSpPr txBox="1"/>
          <p:nvPr/>
        </p:nvSpPr>
        <p:spPr>
          <a:xfrm>
            <a:off x="5392552" y="1988181"/>
            <a:ext cx="703507" cy="216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100" b="0" spc="-40">
                <a:solidFill>
                  <a:srgbClr val="6B7280"/>
                </a:solidFill>
              </a:rPr>
              <a:t>Q4</a:t>
            </a:r>
          </a:p>
        </p:txBody>
      </p:sp>
      <p:sp>
        <p:nvSpPr>
          <p:cNvPr id="10" name="time-03:year"/>
          <p:cNvSpPr txBox="1"/>
          <p:nvPr/>
        </p:nvSpPr>
        <p:spPr>
          <a:xfrm>
            <a:off x="6096060" y="1682181"/>
            <a:ext cx="2814030" cy="306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300" b="1" spc="-40">
                <a:solidFill>
                  <a:srgbClr val="262B33"/>
                </a:solidFill>
              </a:rPr>
              <a:t>2차년도</a:t>
            </a:r>
          </a:p>
        </p:txBody>
      </p:sp>
      <p:sp>
        <p:nvSpPr>
          <p:cNvPr id="11" name="time-03:quarter"/>
          <p:cNvSpPr txBox="1"/>
          <p:nvPr/>
        </p:nvSpPr>
        <p:spPr>
          <a:xfrm>
            <a:off x="6096060" y="1988181"/>
            <a:ext cx="703507" cy="216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100" b="0" spc="-40">
                <a:solidFill>
                  <a:srgbClr val="6B7280"/>
                </a:solidFill>
              </a:rPr>
              <a:t>Q1</a:t>
            </a:r>
          </a:p>
        </p:txBody>
      </p:sp>
      <p:sp>
        <p:nvSpPr>
          <p:cNvPr id="12" name="time-03:quarter"/>
          <p:cNvSpPr txBox="1"/>
          <p:nvPr/>
        </p:nvSpPr>
        <p:spPr>
          <a:xfrm>
            <a:off x="6799567" y="1988181"/>
            <a:ext cx="703507" cy="216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100" b="0" spc="-40">
                <a:solidFill>
                  <a:srgbClr val="6B7280"/>
                </a:solidFill>
              </a:rPr>
              <a:t>Q2</a:t>
            </a:r>
          </a:p>
        </p:txBody>
      </p:sp>
      <p:sp>
        <p:nvSpPr>
          <p:cNvPr id="13" name="time-03:quarter"/>
          <p:cNvSpPr txBox="1"/>
          <p:nvPr/>
        </p:nvSpPr>
        <p:spPr>
          <a:xfrm>
            <a:off x="7503075" y="1988181"/>
            <a:ext cx="703507" cy="216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100" b="0" spc="-40">
                <a:solidFill>
                  <a:srgbClr val="6B7280"/>
                </a:solidFill>
              </a:rPr>
              <a:t>Q3</a:t>
            </a:r>
          </a:p>
        </p:txBody>
      </p:sp>
      <p:sp>
        <p:nvSpPr>
          <p:cNvPr id="14" name="time-03:quarter"/>
          <p:cNvSpPr txBox="1"/>
          <p:nvPr/>
        </p:nvSpPr>
        <p:spPr>
          <a:xfrm>
            <a:off x="8206582" y="1988181"/>
            <a:ext cx="703507" cy="216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100" b="0" spc="-40">
                <a:solidFill>
                  <a:srgbClr val="6B7280"/>
                </a:solidFill>
              </a:rPr>
              <a:t>Q4</a:t>
            </a:r>
          </a:p>
        </p:txBody>
      </p:sp>
      <p:sp>
        <p:nvSpPr>
          <p:cNvPr id="15" name="time-03:year"/>
          <p:cNvSpPr txBox="1"/>
          <p:nvPr/>
        </p:nvSpPr>
        <p:spPr>
          <a:xfrm>
            <a:off x="8910090" y="1682181"/>
            <a:ext cx="2814030" cy="306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300" b="1" spc="-40">
                <a:solidFill>
                  <a:srgbClr val="262B33"/>
                </a:solidFill>
              </a:rPr>
              <a:t>3차년도</a:t>
            </a:r>
          </a:p>
        </p:txBody>
      </p:sp>
      <p:sp>
        <p:nvSpPr>
          <p:cNvPr id="16" name="time-03:quarter"/>
          <p:cNvSpPr txBox="1"/>
          <p:nvPr/>
        </p:nvSpPr>
        <p:spPr>
          <a:xfrm>
            <a:off x="8910090" y="1988181"/>
            <a:ext cx="703507" cy="216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100" b="0" spc="-40">
                <a:solidFill>
                  <a:srgbClr val="6B7280"/>
                </a:solidFill>
              </a:rPr>
              <a:t>Q1</a:t>
            </a:r>
          </a:p>
        </p:txBody>
      </p:sp>
      <p:sp>
        <p:nvSpPr>
          <p:cNvPr id="17" name="time-03:quarter"/>
          <p:cNvSpPr txBox="1"/>
          <p:nvPr/>
        </p:nvSpPr>
        <p:spPr>
          <a:xfrm>
            <a:off x="9613597" y="1988181"/>
            <a:ext cx="703507" cy="216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100" b="0" spc="-40">
                <a:solidFill>
                  <a:srgbClr val="6B7280"/>
                </a:solidFill>
              </a:rPr>
              <a:t>Q2</a:t>
            </a:r>
          </a:p>
        </p:txBody>
      </p:sp>
      <p:sp>
        <p:nvSpPr>
          <p:cNvPr id="18" name="time-03:quarter"/>
          <p:cNvSpPr txBox="1"/>
          <p:nvPr/>
        </p:nvSpPr>
        <p:spPr>
          <a:xfrm>
            <a:off x="10317105" y="1988181"/>
            <a:ext cx="703507" cy="216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100" b="0" spc="-40">
                <a:solidFill>
                  <a:srgbClr val="6B7280"/>
                </a:solidFill>
              </a:rPr>
              <a:t>Q3</a:t>
            </a:r>
          </a:p>
        </p:txBody>
      </p:sp>
      <p:sp>
        <p:nvSpPr>
          <p:cNvPr id="19" name="time-03:quarter"/>
          <p:cNvSpPr txBox="1"/>
          <p:nvPr/>
        </p:nvSpPr>
        <p:spPr>
          <a:xfrm>
            <a:off x="11020612" y="1988181"/>
            <a:ext cx="703507" cy="216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100" b="0" spc="-40">
                <a:solidFill>
                  <a:srgbClr val="6B7280"/>
                </a:solidFill>
              </a:rPr>
              <a:t>Q4</a:t>
            </a:r>
          </a:p>
        </p:txBody>
      </p:sp>
      <p:cxnSp>
        <p:nvCxnSpPr>
          <p:cNvPr id="20" name="time-03:head-rule"/>
          <p:cNvCxnSpPr/>
          <p:nvPr/>
        </p:nvCxnSpPr>
        <p:spPr>
          <a:xfrm>
            <a:off x="468000" y="2240181"/>
            <a:ext cx="11256120" cy="0"/>
          </a:xfrm>
          <a:prstGeom prst="line">
            <a:avLst/>
          </a:prstGeom>
          <a:ln w="12700">
            <a:solidFill>
              <a:srgbClr val="262B3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time-03:grid"/>
          <p:cNvCxnSpPr/>
          <p:nvPr/>
        </p:nvCxnSpPr>
        <p:spPr>
          <a:xfrm>
            <a:off x="3282030" y="2258181"/>
            <a:ext cx="0" cy="327600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time-03:grid"/>
          <p:cNvCxnSpPr/>
          <p:nvPr/>
        </p:nvCxnSpPr>
        <p:spPr>
          <a:xfrm>
            <a:off x="3985538" y="2258181"/>
            <a:ext cx="0" cy="3276000"/>
          </a:xfrm>
          <a:prstGeom prst="line">
            <a:avLst/>
          </a:prstGeom>
          <a:ln w="9525">
            <a:solidFill>
              <a:srgbClr val="F0F2F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time-03:grid"/>
          <p:cNvCxnSpPr/>
          <p:nvPr/>
        </p:nvCxnSpPr>
        <p:spPr>
          <a:xfrm>
            <a:off x="4689045" y="2258181"/>
            <a:ext cx="0" cy="3276000"/>
          </a:xfrm>
          <a:prstGeom prst="line">
            <a:avLst/>
          </a:prstGeom>
          <a:ln w="9525">
            <a:solidFill>
              <a:srgbClr val="F0F2F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time-03:grid"/>
          <p:cNvCxnSpPr/>
          <p:nvPr/>
        </p:nvCxnSpPr>
        <p:spPr>
          <a:xfrm>
            <a:off x="5392552" y="2258181"/>
            <a:ext cx="0" cy="3276000"/>
          </a:xfrm>
          <a:prstGeom prst="line">
            <a:avLst/>
          </a:prstGeom>
          <a:ln w="9525">
            <a:solidFill>
              <a:srgbClr val="F0F2F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time-03:grid"/>
          <p:cNvCxnSpPr/>
          <p:nvPr/>
        </p:nvCxnSpPr>
        <p:spPr>
          <a:xfrm>
            <a:off x="6096060" y="2258181"/>
            <a:ext cx="0" cy="327600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time-03:grid"/>
          <p:cNvCxnSpPr/>
          <p:nvPr/>
        </p:nvCxnSpPr>
        <p:spPr>
          <a:xfrm>
            <a:off x="6799567" y="2258181"/>
            <a:ext cx="0" cy="3276000"/>
          </a:xfrm>
          <a:prstGeom prst="line">
            <a:avLst/>
          </a:prstGeom>
          <a:ln w="9525">
            <a:solidFill>
              <a:srgbClr val="F0F2F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time-03:grid"/>
          <p:cNvCxnSpPr/>
          <p:nvPr/>
        </p:nvCxnSpPr>
        <p:spPr>
          <a:xfrm>
            <a:off x="7503075" y="2258181"/>
            <a:ext cx="0" cy="3276000"/>
          </a:xfrm>
          <a:prstGeom prst="line">
            <a:avLst/>
          </a:prstGeom>
          <a:ln w="9525">
            <a:solidFill>
              <a:srgbClr val="F0F2F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time-03:grid"/>
          <p:cNvCxnSpPr/>
          <p:nvPr/>
        </p:nvCxnSpPr>
        <p:spPr>
          <a:xfrm>
            <a:off x="8206582" y="2258181"/>
            <a:ext cx="0" cy="3276000"/>
          </a:xfrm>
          <a:prstGeom prst="line">
            <a:avLst/>
          </a:prstGeom>
          <a:ln w="9525">
            <a:solidFill>
              <a:srgbClr val="F0F2F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time-03:grid"/>
          <p:cNvCxnSpPr/>
          <p:nvPr/>
        </p:nvCxnSpPr>
        <p:spPr>
          <a:xfrm>
            <a:off x="8910090" y="2258181"/>
            <a:ext cx="0" cy="327600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time-03:grid"/>
          <p:cNvCxnSpPr/>
          <p:nvPr/>
        </p:nvCxnSpPr>
        <p:spPr>
          <a:xfrm>
            <a:off x="9613597" y="2258181"/>
            <a:ext cx="0" cy="3276000"/>
          </a:xfrm>
          <a:prstGeom prst="line">
            <a:avLst/>
          </a:prstGeom>
          <a:ln w="9525">
            <a:solidFill>
              <a:srgbClr val="F0F2F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time-03:grid"/>
          <p:cNvCxnSpPr/>
          <p:nvPr/>
        </p:nvCxnSpPr>
        <p:spPr>
          <a:xfrm>
            <a:off x="10317105" y="2258181"/>
            <a:ext cx="0" cy="3276000"/>
          </a:xfrm>
          <a:prstGeom prst="line">
            <a:avLst/>
          </a:prstGeom>
          <a:ln w="9525">
            <a:solidFill>
              <a:srgbClr val="F0F2F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time-03:grid"/>
          <p:cNvCxnSpPr/>
          <p:nvPr/>
        </p:nvCxnSpPr>
        <p:spPr>
          <a:xfrm>
            <a:off x="11020612" y="2258181"/>
            <a:ext cx="0" cy="3276000"/>
          </a:xfrm>
          <a:prstGeom prst="line">
            <a:avLst/>
          </a:prstGeom>
          <a:ln w="9525">
            <a:solidFill>
              <a:srgbClr val="F0F2F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time-03:grid"/>
          <p:cNvCxnSpPr/>
          <p:nvPr/>
        </p:nvCxnSpPr>
        <p:spPr>
          <a:xfrm>
            <a:off x="11724120" y="2258181"/>
            <a:ext cx="0" cy="327600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time-03:name"/>
          <p:cNvSpPr txBox="1"/>
          <p:nvPr/>
        </p:nvSpPr>
        <p:spPr>
          <a:xfrm>
            <a:off x="468000" y="2258181"/>
            <a:ext cx="2670030" cy="468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300" b="0" spc="-40">
                <a:solidFill>
                  <a:srgbClr val="262B33"/>
                </a:solidFill>
              </a:rPr>
              <a:t>대상자 모집</a:t>
            </a:r>
          </a:p>
        </p:txBody>
      </p:sp>
      <p:sp>
        <p:nvSpPr>
          <p:cNvPr id="35" name="time-03:bar"/>
          <p:cNvSpPr/>
          <p:nvPr/>
        </p:nvSpPr>
        <p:spPr>
          <a:xfrm>
            <a:off x="3310830" y="2398581"/>
            <a:ext cx="2756430" cy="187200"/>
          </a:xfrm>
          <a:prstGeom prst="roundRect">
            <a:avLst>
              <a:gd name="adj" fmla="val 50000"/>
            </a:avLst>
          </a:prstGeom>
          <a:solidFill>
            <a:srgbClr val="A5BA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cxnSp>
        <p:nvCxnSpPr>
          <p:cNvPr id="36" name="time-03:row-rule"/>
          <p:cNvCxnSpPr/>
          <p:nvPr/>
        </p:nvCxnSpPr>
        <p:spPr>
          <a:xfrm>
            <a:off x="468000" y="2726181"/>
            <a:ext cx="11256120" cy="0"/>
          </a:xfrm>
          <a:prstGeom prst="line">
            <a:avLst/>
          </a:prstGeom>
          <a:ln w="6350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" name="time-03:name"/>
          <p:cNvSpPr txBox="1"/>
          <p:nvPr/>
        </p:nvSpPr>
        <p:spPr>
          <a:xfrm>
            <a:off x="468000" y="2726181"/>
            <a:ext cx="2670030" cy="468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300" b="0" spc="-40">
                <a:solidFill>
                  <a:srgbClr val="262B33"/>
                </a:solidFill>
              </a:rPr>
              <a:t>기저 검체 수집</a:t>
            </a:r>
          </a:p>
        </p:txBody>
      </p:sp>
      <p:sp>
        <p:nvSpPr>
          <p:cNvPr id="38" name="time-03:bar"/>
          <p:cNvSpPr/>
          <p:nvPr/>
        </p:nvSpPr>
        <p:spPr>
          <a:xfrm>
            <a:off x="4014338" y="2866581"/>
            <a:ext cx="2756430" cy="187200"/>
          </a:xfrm>
          <a:prstGeom prst="roundRect">
            <a:avLst>
              <a:gd name="adj" fmla="val 50000"/>
            </a:avLst>
          </a:prstGeom>
          <a:solidFill>
            <a:srgbClr val="A5BA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cxnSp>
        <p:nvCxnSpPr>
          <p:cNvPr id="39" name="time-03:row-rule"/>
          <p:cNvCxnSpPr/>
          <p:nvPr/>
        </p:nvCxnSpPr>
        <p:spPr>
          <a:xfrm>
            <a:off x="468000" y="3194181"/>
            <a:ext cx="11256120" cy="0"/>
          </a:xfrm>
          <a:prstGeom prst="line">
            <a:avLst/>
          </a:prstGeom>
          <a:ln w="6350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0" name="time-03:name"/>
          <p:cNvSpPr txBox="1"/>
          <p:nvPr/>
        </p:nvSpPr>
        <p:spPr>
          <a:xfrm>
            <a:off x="468000" y="3194181"/>
            <a:ext cx="2670030" cy="468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300" b="0" spc="-40">
                <a:solidFill>
                  <a:srgbClr val="262B33"/>
                </a:solidFill>
              </a:rPr>
              <a:t>12개월 추적 관찰</a:t>
            </a:r>
          </a:p>
        </p:txBody>
      </p:sp>
      <p:sp>
        <p:nvSpPr>
          <p:cNvPr id="41" name="time-03:bar"/>
          <p:cNvSpPr/>
          <p:nvPr/>
        </p:nvSpPr>
        <p:spPr>
          <a:xfrm>
            <a:off x="4014338" y="3334581"/>
            <a:ext cx="4866952" cy="187200"/>
          </a:xfrm>
          <a:prstGeom prst="roundRect">
            <a:avLst>
              <a:gd name="adj" fmla="val 50000"/>
            </a:avLst>
          </a:prstGeom>
          <a:solidFill>
            <a:srgbClr val="A5BA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cxnSp>
        <p:nvCxnSpPr>
          <p:cNvPr id="42" name="time-03:row-rule"/>
          <p:cNvCxnSpPr/>
          <p:nvPr/>
        </p:nvCxnSpPr>
        <p:spPr>
          <a:xfrm>
            <a:off x="468000" y="3662181"/>
            <a:ext cx="11256120" cy="0"/>
          </a:xfrm>
          <a:prstGeom prst="line">
            <a:avLst/>
          </a:prstGeom>
          <a:ln w="6350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3" name="time-03:name"/>
          <p:cNvSpPr txBox="1"/>
          <p:nvPr/>
        </p:nvSpPr>
        <p:spPr>
          <a:xfrm>
            <a:off x="468000" y="3662181"/>
            <a:ext cx="2670030" cy="468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300" b="0" spc="-40">
                <a:solidFill>
                  <a:srgbClr val="262B33"/>
                </a:solidFill>
              </a:rPr>
              <a:t>바이오마커 측정</a:t>
            </a:r>
          </a:p>
        </p:txBody>
      </p:sp>
      <p:sp>
        <p:nvSpPr>
          <p:cNvPr id="44" name="time-03:bar"/>
          <p:cNvSpPr/>
          <p:nvPr/>
        </p:nvSpPr>
        <p:spPr>
          <a:xfrm>
            <a:off x="6124860" y="3802581"/>
            <a:ext cx="3459937" cy="187200"/>
          </a:xfrm>
          <a:prstGeom prst="roundRect">
            <a:avLst>
              <a:gd name="adj" fmla="val 50000"/>
            </a:avLst>
          </a:prstGeom>
          <a:solidFill>
            <a:srgbClr val="A5BA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cxnSp>
        <p:nvCxnSpPr>
          <p:cNvPr id="45" name="time-03:row-rule"/>
          <p:cNvCxnSpPr/>
          <p:nvPr/>
        </p:nvCxnSpPr>
        <p:spPr>
          <a:xfrm>
            <a:off x="468000" y="4130181"/>
            <a:ext cx="11256120" cy="0"/>
          </a:xfrm>
          <a:prstGeom prst="line">
            <a:avLst/>
          </a:prstGeom>
          <a:ln w="6350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6" name="time-03:name"/>
          <p:cNvSpPr txBox="1"/>
          <p:nvPr/>
        </p:nvSpPr>
        <p:spPr>
          <a:xfrm>
            <a:off x="468000" y="4130181"/>
            <a:ext cx="2670030" cy="468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300" b="0" spc="-40">
                <a:solidFill>
                  <a:srgbClr val="262B33"/>
                </a:solidFill>
              </a:rPr>
              <a:t>데이터 정제</a:t>
            </a:r>
          </a:p>
        </p:txBody>
      </p:sp>
      <p:sp>
        <p:nvSpPr>
          <p:cNvPr id="47" name="time-03:bar"/>
          <p:cNvSpPr/>
          <p:nvPr/>
        </p:nvSpPr>
        <p:spPr>
          <a:xfrm>
            <a:off x="7531875" y="4270581"/>
            <a:ext cx="2756430" cy="187200"/>
          </a:xfrm>
          <a:prstGeom prst="roundRect">
            <a:avLst>
              <a:gd name="adj" fmla="val 50000"/>
            </a:avLst>
          </a:prstGeom>
          <a:solidFill>
            <a:srgbClr val="A5BA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cxnSp>
        <p:nvCxnSpPr>
          <p:cNvPr id="48" name="time-03:row-rule"/>
          <p:cNvCxnSpPr/>
          <p:nvPr/>
        </p:nvCxnSpPr>
        <p:spPr>
          <a:xfrm>
            <a:off x="468000" y="4598181"/>
            <a:ext cx="11256120" cy="0"/>
          </a:xfrm>
          <a:prstGeom prst="line">
            <a:avLst/>
          </a:prstGeom>
          <a:ln w="6350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9" name="time-03:name"/>
          <p:cNvSpPr txBox="1"/>
          <p:nvPr/>
        </p:nvSpPr>
        <p:spPr>
          <a:xfrm>
            <a:off x="468000" y="4598181"/>
            <a:ext cx="2670030" cy="468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300" b="1" spc="-40">
                <a:solidFill>
                  <a:srgbClr val="262B33"/>
                </a:solidFill>
              </a:rPr>
              <a:t>생존 분석</a:t>
            </a:r>
          </a:p>
        </p:txBody>
      </p:sp>
      <p:sp>
        <p:nvSpPr>
          <p:cNvPr id="50" name="time-03:bar"/>
          <p:cNvSpPr/>
          <p:nvPr/>
        </p:nvSpPr>
        <p:spPr>
          <a:xfrm>
            <a:off x="8938890" y="4738581"/>
            <a:ext cx="2052922" cy="187200"/>
          </a:xfrm>
          <a:prstGeom prst="roundRect">
            <a:avLst>
              <a:gd name="adj" fmla="val 50000"/>
            </a:avLst>
          </a:prstGeom>
          <a:solidFill>
            <a:srgbClr val="1F52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cxnSp>
        <p:nvCxnSpPr>
          <p:cNvPr id="51" name="time-03:row-rule"/>
          <p:cNvCxnSpPr/>
          <p:nvPr/>
        </p:nvCxnSpPr>
        <p:spPr>
          <a:xfrm>
            <a:off x="468000" y="5066181"/>
            <a:ext cx="11256120" cy="0"/>
          </a:xfrm>
          <a:prstGeom prst="line">
            <a:avLst/>
          </a:prstGeom>
          <a:ln w="6350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2" name="time-03:name"/>
          <p:cNvSpPr txBox="1"/>
          <p:nvPr/>
        </p:nvSpPr>
        <p:spPr>
          <a:xfrm>
            <a:off x="468000" y="5066181"/>
            <a:ext cx="2670030" cy="468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300" b="0" spc="-40">
                <a:solidFill>
                  <a:srgbClr val="262B33"/>
                </a:solidFill>
              </a:rPr>
              <a:t>논문 작성</a:t>
            </a:r>
          </a:p>
        </p:txBody>
      </p:sp>
      <p:sp>
        <p:nvSpPr>
          <p:cNvPr id="53" name="time-03:bar"/>
          <p:cNvSpPr/>
          <p:nvPr/>
        </p:nvSpPr>
        <p:spPr>
          <a:xfrm>
            <a:off x="9642397" y="5206581"/>
            <a:ext cx="2052922" cy="187200"/>
          </a:xfrm>
          <a:prstGeom prst="roundRect">
            <a:avLst>
              <a:gd name="adj" fmla="val 50000"/>
            </a:avLst>
          </a:prstGeom>
          <a:solidFill>
            <a:srgbClr val="A5BA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cxnSp>
        <p:nvCxnSpPr>
          <p:cNvPr id="54" name="time-03:row-rule"/>
          <p:cNvCxnSpPr/>
          <p:nvPr/>
        </p:nvCxnSpPr>
        <p:spPr>
          <a:xfrm>
            <a:off x="468000" y="5534181"/>
            <a:ext cx="11256120" cy="0"/>
          </a:xfrm>
          <a:prstGeom prst="line">
            <a:avLst/>
          </a:prstGeom>
          <a:ln w="6350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5" name="time-03:ms-label"/>
          <p:cNvSpPr txBox="1"/>
          <p:nvPr/>
        </p:nvSpPr>
        <p:spPr>
          <a:xfrm>
            <a:off x="468000" y="5678181"/>
            <a:ext cx="2670030" cy="227457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200" b="1" spc="-40">
                <a:solidFill>
                  <a:srgbClr val="6B7280"/>
                </a:solidFill>
              </a:rPr>
              <a:t>마일스톤</a:t>
            </a:r>
          </a:p>
        </p:txBody>
      </p:sp>
      <p:sp>
        <p:nvSpPr>
          <p:cNvPr id="56" name="time-03:milestone"/>
          <p:cNvSpPr txBox="1"/>
          <p:nvPr/>
        </p:nvSpPr>
        <p:spPr>
          <a:xfrm>
            <a:off x="3336030" y="5678181"/>
            <a:ext cx="2706030" cy="227457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1200" b="0" spc="-40">
                <a:solidFill>
                  <a:srgbClr val="262B33"/>
                </a:solidFill>
              </a:rPr>
              <a:t>대상자 모집 완료</a:t>
            </a:r>
          </a:p>
        </p:txBody>
      </p:sp>
      <p:sp>
        <p:nvSpPr>
          <p:cNvPr id="57" name="time-03:milestone"/>
          <p:cNvSpPr txBox="1"/>
          <p:nvPr/>
        </p:nvSpPr>
        <p:spPr>
          <a:xfrm>
            <a:off x="6150060" y="5678181"/>
            <a:ext cx="2706030" cy="227457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1200" b="0" spc="-40">
                <a:solidFill>
                  <a:srgbClr val="262B33"/>
                </a:solidFill>
              </a:rPr>
              <a:t>추적 관찰 종료</a:t>
            </a:r>
          </a:p>
        </p:txBody>
      </p:sp>
      <p:sp>
        <p:nvSpPr>
          <p:cNvPr id="58" name="time-03:milestone"/>
          <p:cNvSpPr txBox="1"/>
          <p:nvPr/>
        </p:nvSpPr>
        <p:spPr>
          <a:xfrm>
            <a:off x="8964090" y="5678181"/>
            <a:ext cx="2706030" cy="227457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1200" b="0" spc="-40">
                <a:solidFill>
                  <a:srgbClr val="262B33"/>
                </a:solidFill>
              </a:rPr>
              <a:t>생존 분석 · 논문 투고</a:t>
            </a:r>
          </a:p>
        </p:txBody>
      </p: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1</a:t>
            </a:fld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연차별 추진 일정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3년 동안 과제 일곱 개를 진행해요</a:t>
            </a:r>
          </a:p>
        </p:txBody>
      </p:sp>
      <p:sp>
        <p:nvSpPr>
          <p:cNvPr id="5" name="time-03:year"/>
          <p:cNvSpPr txBox="1"/>
          <p:nvPr/>
        </p:nvSpPr>
        <p:spPr>
          <a:xfrm>
            <a:off x="3282030" y="1806000"/>
            <a:ext cx="2814030" cy="306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300" b="1" spc="-40">
                <a:solidFill>
                  <a:srgbClr val="262B33"/>
                </a:solidFill>
              </a:rPr>
              <a:t>1차년도</a:t>
            </a:r>
          </a:p>
        </p:txBody>
      </p:sp>
      <p:sp>
        <p:nvSpPr>
          <p:cNvPr id="6" name="time-03:quarter"/>
          <p:cNvSpPr txBox="1"/>
          <p:nvPr/>
        </p:nvSpPr>
        <p:spPr>
          <a:xfrm>
            <a:off x="3282030" y="2112000"/>
            <a:ext cx="703507" cy="216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100" b="0" spc="-40">
                <a:solidFill>
                  <a:srgbClr val="6B7280"/>
                </a:solidFill>
              </a:rPr>
              <a:t>Q1</a:t>
            </a:r>
          </a:p>
        </p:txBody>
      </p:sp>
      <p:sp>
        <p:nvSpPr>
          <p:cNvPr id="7" name="time-03:quarter"/>
          <p:cNvSpPr txBox="1"/>
          <p:nvPr/>
        </p:nvSpPr>
        <p:spPr>
          <a:xfrm>
            <a:off x="3985538" y="2112000"/>
            <a:ext cx="703507" cy="216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100" b="0" spc="-40">
                <a:solidFill>
                  <a:srgbClr val="6B7280"/>
                </a:solidFill>
              </a:rPr>
              <a:t>Q2</a:t>
            </a:r>
          </a:p>
        </p:txBody>
      </p:sp>
      <p:sp>
        <p:nvSpPr>
          <p:cNvPr id="8" name="time-03:quarter"/>
          <p:cNvSpPr txBox="1"/>
          <p:nvPr/>
        </p:nvSpPr>
        <p:spPr>
          <a:xfrm>
            <a:off x="4689045" y="2112000"/>
            <a:ext cx="703507" cy="216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100" b="0" spc="-40">
                <a:solidFill>
                  <a:srgbClr val="6B7280"/>
                </a:solidFill>
              </a:rPr>
              <a:t>Q3</a:t>
            </a:r>
          </a:p>
        </p:txBody>
      </p:sp>
      <p:sp>
        <p:nvSpPr>
          <p:cNvPr id="9" name="time-03:quarter"/>
          <p:cNvSpPr txBox="1"/>
          <p:nvPr/>
        </p:nvSpPr>
        <p:spPr>
          <a:xfrm>
            <a:off x="5392552" y="2112000"/>
            <a:ext cx="703507" cy="216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100" b="0" spc="-40">
                <a:solidFill>
                  <a:srgbClr val="6B7280"/>
                </a:solidFill>
              </a:rPr>
              <a:t>Q4</a:t>
            </a:r>
          </a:p>
        </p:txBody>
      </p:sp>
      <p:sp>
        <p:nvSpPr>
          <p:cNvPr id="10" name="time-03:year"/>
          <p:cNvSpPr txBox="1"/>
          <p:nvPr/>
        </p:nvSpPr>
        <p:spPr>
          <a:xfrm>
            <a:off x="6096060" y="1806000"/>
            <a:ext cx="2814030" cy="306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300" b="1" spc="-40">
                <a:solidFill>
                  <a:srgbClr val="262B33"/>
                </a:solidFill>
              </a:rPr>
              <a:t>2차년도</a:t>
            </a:r>
          </a:p>
        </p:txBody>
      </p:sp>
      <p:sp>
        <p:nvSpPr>
          <p:cNvPr id="11" name="time-03:quarter"/>
          <p:cNvSpPr txBox="1"/>
          <p:nvPr/>
        </p:nvSpPr>
        <p:spPr>
          <a:xfrm>
            <a:off x="6096060" y="2112000"/>
            <a:ext cx="703507" cy="216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100" b="0" spc="-40">
                <a:solidFill>
                  <a:srgbClr val="6B7280"/>
                </a:solidFill>
              </a:rPr>
              <a:t>Q1</a:t>
            </a:r>
          </a:p>
        </p:txBody>
      </p:sp>
      <p:sp>
        <p:nvSpPr>
          <p:cNvPr id="12" name="time-03:quarter"/>
          <p:cNvSpPr txBox="1"/>
          <p:nvPr/>
        </p:nvSpPr>
        <p:spPr>
          <a:xfrm>
            <a:off x="6799567" y="2112000"/>
            <a:ext cx="703507" cy="216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100" b="0" spc="-40">
                <a:solidFill>
                  <a:srgbClr val="6B7280"/>
                </a:solidFill>
              </a:rPr>
              <a:t>Q2</a:t>
            </a:r>
          </a:p>
        </p:txBody>
      </p:sp>
      <p:sp>
        <p:nvSpPr>
          <p:cNvPr id="13" name="time-03:quarter"/>
          <p:cNvSpPr txBox="1"/>
          <p:nvPr/>
        </p:nvSpPr>
        <p:spPr>
          <a:xfrm>
            <a:off x="7503075" y="2112000"/>
            <a:ext cx="703507" cy="216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100" b="0" spc="-40">
                <a:solidFill>
                  <a:srgbClr val="6B7280"/>
                </a:solidFill>
              </a:rPr>
              <a:t>Q3</a:t>
            </a:r>
          </a:p>
        </p:txBody>
      </p:sp>
      <p:sp>
        <p:nvSpPr>
          <p:cNvPr id="14" name="time-03:quarter"/>
          <p:cNvSpPr txBox="1"/>
          <p:nvPr/>
        </p:nvSpPr>
        <p:spPr>
          <a:xfrm>
            <a:off x="8206582" y="2112000"/>
            <a:ext cx="703507" cy="216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100" b="0" spc="-40">
                <a:solidFill>
                  <a:srgbClr val="6B7280"/>
                </a:solidFill>
              </a:rPr>
              <a:t>Q4</a:t>
            </a:r>
          </a:p>
        </p:txBody>
      </p:sp>
      <p:sp>
        <p:nvSpPr>
          <p:cNvPr id="15" name="time-03:year"/>
          <p:cNvSpPr txBox="1"/>
          <p:nvPr/>
        </p:nvSpPr>
        <p:spPr>
          <a:xfrm>
            <a:off x="8910090" y="1806000"/>
            <a:ext cx="2814030" cy="306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300" b="1" spc="-40">
                <a:solidFill>
                  <a:srgbClr val="262B33"/>
                </a:solidFill>
              </a:rPr>
              <a:t>3차년도</a:t>
            </a:r>
          </a:p>
        </p:txBody>
      </p:sp>
      <p:sp>
        <p:nvSpPr>
          <p:cNvPr id="16" name="time-03:quarter"/>
          <p:cNvSpPr txBox="1"/>
          <p:nvPr/>
        </p:nvSpPr>
        <p:spPr>
          <a:xfrm>
            <a:off x="8910090" y="2112000"/>
            <a:ext cx="703507" cy="216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100" b="0" spc="-40">
                <a:solidFill>
                  <a:srgbClr val="6B7280"/>
                </a:solidFill>
              </a:rPr>
              <a:t>Q1</a:t>
            </a:r>
          </a:p>
        </p:txBody>
      </p:sp>
      <p:sp>
        <p:nvSpPr>
          <p:cNvPr id="17" name="time-03:quarter"/>
          <p:cNvSpPr txBox="1"/>
          <p:nvPr/>
        </p:nvSpPr>
        <p:spPr>
          <a:xfrm>
            <a:off x="9613597" y="2112000"/>
            <a:ext cx="703507" cy="216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100" b="0" spc="-40">
                <a:solidFill>
                  <a:srgbClr val="6B7280"/>
                </a:solidFill>
              </a:rPr>
              <a:t>Q2</a:t>
            </a:r>
          </a:p>
        </p:txBody>
      </p:sp>
      <p:sp>
        <p:nvSpPr>
          <p:cNvPr id="18" name="time-03:quarter"/>
          <p:cNvSpPr txBox="1"/>
          <p:nvPr/>
        </p:nvSpPr>
        <p:spPr>
          <a:xfrm>
            <a:off x="10317105" y="2112000"/>
            <a:ext cx="703507" cy="216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100" b="0" spc="-40">
                <a:solidFill>
                  <a:srgbClr val="6B7280"/>
                </a:solidFill>
              </a:rPr>
              <a:t>Q3</a:t>
            </a:r>
          </a:p>
        </p:txBody>
      </p:sp>
      <p:sp>
        <p:nvSpPr>
          <p:cNvPr id="19" name="time-03:quarter"/>
          <p:cNvSpPr txBox="1"/>
          <p:nvPr/>
        </p:nvSpPr>
        <p:spPr>
          <a:xfrm>
            <a:off x="11020612" y="2112000"/>
            <a:ext cx="703507" cy="216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100" b="0" spc="-40">
                <a:solidFill>
                  <a:srgbClr val="6B7280"/>
                </a:solidFill>
              </a:rPr>
              <a:t>Q4</a:t>
            </a:r>
          </a:p>
        </p:txBody>
      </p:sp>
      <p:cxnSp>
        <p:nvCxnSpPr>
          <p:cNvPr id="20" name="time-03:head-rule"/>
          <p:cNvCxnSpPr/>
          <p:nvPr/>
        </p:nvCxnSpPr>
        <p:spPr>
          <a:xfrm>
            <a:off x="468000" y="2364000"/>
            <a:ext cx="11256120" cy="0"/>
          </a:xfrm>
          <a:prstGeom prst="line">
            <a:avLst/>
          </a:prstGeom>
          <a:ln w="12700">
            <a:solidFill>
              <a:srgbClr val="262B3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time-03:grid"/>
          <p:cNvCxnSpPr/>
          <p:nvPr/>
        </p:nvCxnSpPr>
        <p:spPr>
          <a:xfrm>
            <a:off x="3282030" y="2382000"/>
            <a:ext cx="0" cy="327600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time-03:grid"/>
          <p:cNvCxnSpPr/>
          <p:nvPr/>
        </p:nvCxnSpPr>
        <p:spPr>
          <a:xfrm>
            <a:off x="3985538" y="2382000"/>
            <a:ext cx="0" cy="3276000"/>
          </a:xfrm>
          <a:prstGeom prst="line">
            <a:avLst/>
          </a:prstGeom>
          <a:ln w="9525">
            <a:solidFill>
              <a:srgbClr val="F0F2F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time-03:grid"/>
          <p:cNvCxnSpPr/>
          <p:nvPr/>
        </p:nvCxnSpPr>
        <p:spPr>
          <a:xfrm>
            <a:off x="4689045" y="2382000"/>
            <a:ext cx="0" cy="3276000"/>
          </a:xfrm>
          <a:prstGeom prst="line">
            <a:avLst/>
          </a:prstGeom>
          <a:ln w="9525">
            <a:solidFill>
              <a:srgbClr val="F0F2F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time-03:grid"/>
          <p:cNvCxnSpPr/>
          <p:nvPr/>
        </p:nvCxnSpPr>
        <p:spPr>
          <a:xfrm>
            <a:off x="5392552" y="2382000"/>
            <a:ext cx="0" cy="3276000"/>
          </a:xfrm>
          <a:prstGeom prst="line">
            <a:avLst/>
          </a:prstGeom>
          <a:ln w="9525">
            <a:solidFill>
              <a:srgbClr val="F0F2F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time-03:grid"/>
          <p:cNvCxnSpPr/>
          <p:nvPr/>
        </p:nvCxnSpPr>
        <p:spPr>
          <a:xfrm>
            <a:off x="6096060" y="2382000"/>
            <a:ext cx="0" cy="327600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time-03:grid"/>
          <p:cNvCxnSpPr/>
          <p:nvPr/>
        </p:nvCxnSpPr>
        <p:spPr>
          <a:xfrm>
            <a:off x="6799567" y="2382000"/>
            <a:ext cx="0" cy="3276000"/>
          </a:xfrm>
          <a:prstGeom prst="line">
            <a:avLst/>
          </a:prstGeom>
          <a:ln w="9525">
            <a:solidFill>
              <a:srgbClr val="F0F2F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time-03:grid"/>
          <p:cNvCxnSpPr/>
          <p:nvPr/>
        </p:nvCxnSpPr>
        <p:spPr>
          <a:xfrm>
            <a:off x="7503075" y="2382000"/>
            <a:ext cx="0" cy="3276000"/>
          </a:xfrm>
          <a:prstGeom prst="line">
            <a:avLst/>
          </a:prstGeom>
          <a:ln w="9525">
            <a:solidFill>
              <a:srgbClr val="F0F2F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time-03:grid"/>
          <p:cNvCxnSpPr/>
          <p:nvPr/>
        </p:nvCxnSpPr>
        <p:spPr>
          <a:xfrm>
            <a:off x="8206582" y="2382000"/>
            <a:ext cx="0" cy="3276000"/>
          </a:xfrm>
          <a:prstGeom prst="line">
            <a:avLst/>
          </a:prstGeom>
          <a:ln w="9525">
            <a:solidFill>
              <a:srgbClr val="F0F2F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time-03:grid"/>
          <p:cNvCxnSpPr/>
          <p:nvPr/>
        </p:nvCxnSpPr>
        <p:spPr>
          <a:xfrm>
            <a:off x="8910090" y="2382000"/>
            <a:ext cx="0" cy="327600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time-03:grid"/>
          <p:cNvCxnSpPr/>
          <p:nvPr/>
        </p:nvCxnSpPr>
        <p:spPr>
          <a:xfrm>
            <a:off x="9613597" y="2382000"/>
            <a:ext cx="0" cy="3276000"/>
          </a:xfrm>
          <a:prstGeom prst="line">
            <a:avLst/>
          </a:prstGeom>
          <a:ln w="9525">
            <a:solidFill>
              <a:srgbClr val="F0F2F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time-03:grid"/>
          <p:cNvCxnSpPr/>
          <p:nvPr/>
        </p:nvCxnSpPr>
        <p:spPr>
          <a:xfrm>
            <a:off x="10317105" y="2382000"/>
            <a:ext cx="0" cy="3276000"/>
          </a:xfrm>
          <a:prstGeom prst="line">
            <a:avLst/>
          </a:prstGeom>
          <a:ln w="9525">
            <a:solidFill>
              <a:srgbClr val="F0F2F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time-03:grid"/>
          <p:cNvCxnSpPr/>
          <p:nvPr/>
        </p:nvCxnSpPr>
        <p:spPr>
          <a:xfrm>
            <a:off x="11020612" y="2382000"/>
            <a:ext cx="0" cy="3276000"/>
          </a:xfrm>
          <a:prstGeom prst="line">
            <a:avLst/>
          </a:prstGeom>
          <a:ln w="9525">
            <a:solidFill>
              <a:srgbClr val="F0F2F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time-03:grid"/>
          <p:cNvCxnSpPr/>
          <p:nvPr/>
        </p:nvCxnSpPr>
        <p:spPr>
          <a:xfrm>
            <a:off x="11724120" y="2382000"/>
            <a:ext cx="0" cy="327600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time-03:name"/>
          <p:cNvSpPr txBox="1"/>
          <p:nvPr/>
        </p:nvSpPr>
        <p:spPr>
          <a:xfrm>
            <a:off x="468000" y="2382000"/>
            <a:ext cx="2670030" cy="468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300" b="0" spc="-40">
                <a:solidFill>
                  <a:srgbClr val="262B33"/>
                </a:solidFill>
              </a:rPr>
              <a:t>대상자 모집</a:t>
            </a:r>
          </a:p>
        </p:txBody>
      </p:sp>
      <p:sp>
        <p:nvSpPr>
          <p:cNvPr id="35" name="time-03:bar"/>
          <p:cNvSpPr/>
          <p:nvPr/>
        </p:nvSpPr>
        <p:spPr>
          <a:xfrm>
            <a:off x="3310830" y="2522400"/>
            <a:ext cx="2756430" cy="187200"/>
          </a:xfrm>
          <a:prstGeom prst="roundRect">
            <a:avLst>
              <a:gd name="adj" fmla="val 50000"/>
            </a:avLst>
          </a:prstGeom>
          <a:solidFill>
            <a:srgbClr val="A5BA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cxnSp>
        <p:nvCxnSpPr>
          <p:cNvPr id="36" name="time-03:row-rule"/>
          <p:cNvCxnSpPr/>
          <p:nvPr/>
        </p:nvCxnSpPr>
        <p:spPr>
          <a:xfrm>
            <a:off x="468000" y="2850000"/>
            <a:ext cx="11256120" cy="0"/>
          </a:xfrm>
          <a:prstGeom prst="line">
            <a:avLst/>
          </a:prstGeom>
          <a:ln w="6350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" name="time-03:name"/>
          <p:cNvSpPr txBox="1"/>
          <p:nvPr/>
        </p:nvSpPr>
        <p:spPr>
          <a:xfrm>
            <a:off x="468000" y="2850000"/>
            <a:ext cx="2670030" cy="468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300" b="0" spc="-40">
                <a:solidFill>
                  <a:srgbClr val="262B33"/>
                </a:solidFill>
              </a:rPr>
              <a:t>기저 검체 수집</a:t>
            </a:r>
          </a:p>
        </p:txBody>
      </p:sp>
      <p:sp>
        <p:nvSpPr>
          <p:cNvPr id="38" name="time-03:bar"/>
          <p:cNvSpPr/>
          <p:nvPr/>
        </p:nvSpPr>
        <p:spPr>
          <a:xfrm>
            <a:off x="4014338" y="2990400"/>
            <a:ext cx="2756430" cy="187200"/>
          </a:xfrm>
          <a:prstGeom prst="roundRect">
            <a:avLst>
              <a:gd name="adj" fmla="val 50000"/>
            </a:avLst>
          </a:prstGeom>
          <a:solidFill>
            <a:srgbClr val="A5BA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cxnSp>
        <p:nvCxnSpPr>
          <p:cNvPr id="39" name="time-03:row-rule"/>
          <p:cNvCxnSpPr/>
          <p:nvPr/>
        </p:nvCxnSpPr>
        <p:spPr>
          <a:xfrm>
            <a:off x="468000" y="3318000"/>
            <a:ext cx="11256120" cy="0"/>
          </a:xfrm>
          <a:prstGeom prst="line">
            <a:avLst/>
          </a:prstGeom>
          <a:ln w="6350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0" name="time-03:name"/>
          <p:cNvSpPr txBox="1"/>
          <p:nvPr/>
        </p:nvSpPr>
        <p:spPr>
          <a:xfrm>
            <a:off x="468000" y="3318000"/>
            <a:ext cx="2670030" cy="468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300" b="0" spc="-40">
                <a:solidFill>
                  <a:srgbClr val="262B33"/>
                </a:solidFill>
              </a:rPr>
              <a:t>12개월 추적 관찰</a:t>
            </a:r>
          </a:p>
        </p:txBody>
      </p:sp>
      <p:sp>
        <p:nvSpPr>
          <p:cNvPr id="41" name="time-03:bar"/>
          <p:cNvSpPr/>
          <p:nvPr/>
        </p:nvSpPr>
        <p:spPr>
          <a:xfrm>
            <a:off x="4014338" y="3458400"/>
            <a:ext cx="4866952" cy="187200"/>
          </a:xfrm>
          <a:prstGeom prst="roundRect">
            <a:avLst>
              <a:gd name="adj" fmla="val 50000"/>
            </a:avLst>
          </a:prstGeom>
          <a:solidFill>
            <a:srgbClr val="A5BA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cxnSp>
        <p:nvCxnSpPr>
          <p:cNvPr id="42" name="time-03:row-rule"/>
          <p:cNvCxnSpPr/>
          <p:nvPr/>
        </p:nvCxnSpPr>
        <p:spPr>
          <a:xfrm>
            <a:off x="468000" y="3786000"/>
            <a:ext cx="11256120" cy="0"/>
          </a:xfrm>
          <a:prstGeom prst="line">
            <a:avLst/>
          </a:prstGeom>
          <a:ln w="6350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3" name="time-03:name"/>
          <p:cNvSpPr txBox="1"/>
          <p:nvPr/>
        </p:nvSpPr>
        <p:spPr>
          <a:xfrm>
            <a:off x="468000" y="3786000"/>
            <a:ext cx="2670030" cy="468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300" b="0" spc="-40">
                <a:solidFill>
                  <a:srgbClr val="262B33"/>
                </a:solidFill>
              </a:rPr>
              <a:t>바이오마커 측정</a:t>
            </a:r>
          </a:p>
        </p:txBody>
      </p:sp>
      <p:sp>
        <p:nvSpPr>
          <p:cNvPr id="44" name="time-03:bar"/>
          <p:cNvSpPr/>
          <p:nvPr/>
        </p:nvSpPr>
        <p:spPr>
          <a:xfrm>
            <a:off x="6124860" y="3926400"/>
            <a:ext cx="3459937" cy="187200"/>
          </a:xfrm>
          <a:prstGeom prst="roundRect">
            <a:avLst>
              <a:gd name="adj" fmla="val 50000"/>
            </a:avLst>
          </a:prstGeom>
          <a:solidFill>
            <a:srgbClr val="A5BA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cxnSp>
        <p:nvCxnSpPr>
          <p:cNvPr id="45" name="time-03:row-rule"/>
          <p:cNvCxnSpPr/>
          <p:nvPr/>
        </p:nvCxnSpPr>
        <p:spPr>
          <a:xfrm>
            <a:off x="468000" y="4254000"/>
            <a:ext cx="11256120" cy="0"/>
          </a:xfrm>
          <a:prstGeom prst="line">
            <a:avLst/>
          </a:prstGeom>
          <a:ln w="6350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6" name="time-03:name"/>
          <p:cNvSpPr txBox="1"/>
          <p:nvPr/>
        </p:nvSpPr>
        <p:spPr>
          <a:xfrm>
            <a:off x="468000" y="4254000"/>
            <a:ext cx="2670030" cy="468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300" b="0" spc="-40">
                <a:solidFill>
                  <a:srgbClr val="262B33"/>
                </a:solidFill>
              </a:rPr>
              <a:t>데이터 정제</a:t>
            </a:r>
          </a:p>
        </p:txBody>
      </p:sp>
      <p:sp>
        <p:nvSpPr>
          <p:cNvPr id="47" name="time-03:bar"/>
          <p:cNvSpPr/>
          <p:nvPr/>
        </p:nvSpPr>
        <p:spPr>
          <a:xfrm>
            <a:off x="7531875" y="4394400"/>
            <a:ext cx="2756430" cy="187200"/>
          </a:xfrm>
          <a:prstGeom prst="roundRect">
            <a:avLst>
              <a:gd name="adj" fmla="val 50000"/>
            </a:avLst>
          </a:prstGeom>
          <a:solidFill>
            <a:srgbClr val="A5BA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cxnSp>
        <p:nvCxnSpPr>
          <p:cNvPr id="48" name="time-03:row-rule"/>
          <p:cNvCxnSpPr/>
          <p:nvPr/>
        </p:nvCxnSpPr>
        <p:spPr>
          <a:xfrm>
            <a:off x="468000" y="4722000"/>
            <a:ext cx="11256120" cy="0"/>
          </a:xfrm>
          <a:prstGeom prst="line">
            <a:avLst/>
          </a:prstGeom>
          <a:ln w="6350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9" name="time-03:name"/>
          <p:cNvSpPr txBox="1"/>
          <p:nvPr/>
        </p:nvSpPr>
        <p:spPr>
          <a:xfrm>
            <a:off x="468000" y="4722000"/>
            <a:ext cx="2670030" cy="468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300" b="0" spc="-40">
                <a:solidFill>
                  <a:srgbClr val="262B33"/>
                </a:solidFill>
              </a:rPr>
              <a:t>생존 분석</a:t>
            </a:r>
          </a:p>
        </p:txBody>
      </p:sp>
      <p:sp>
        <p:nvSpPr>
          <p:cNvPr id="50" name="time-03:bar"/>
          <p:cNvSpPr/>
          <p:nvPr/>
        </p:nvSpPr>
        <p:spPr>
          <a:xfrm>
            <a:off x="8938890" y="4862400"/>
            <a:ext cx="2052922" cy="187200"/>
          </a:xfrm>
          <a:prstGeom prst="roundRect">
            <a:avLst>
              <a:gd name="adj" fmla="val 50000"/>
            </a:avLst>
          </a:prstGeom>
          <a:solidFill>
            <a:srgbClr val="A5BA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cxnSp>
        <p:nvCxnSpPr>
          <p:cNvPr id="51" name="time-03:row-rule"/>
          <p:cNvCxnSpPr/>
          <p:nvPr/>
        </p:nvCxnSpPr>
        <p:spPr>
          <a:xfrm>
            <a:off x="468000" y="5190000"/>
            <a:ext cx="11256120" cy="0"/>
          </a:xfrm>
          <a:prstGeom prst="line">
            <a:avLst/>
          </a:prstGeom>
          <a:ln w="6350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2" name="time-03:name"/>
          <p:cNvSpPr txBox="1"/>
          <p:nvPr/>
        </p:nvSpPr>
        <p:spPr>
          <a:xfrm>
            <a:off x="468000" y="5190000"/>
            <a:ext cx="2670030" cy="468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300" b="0" spc="-40">
                <a:solidFill>
                  <a:srgbClr val="262B33"/>
                </a:solidFill>
              </a:rPr>
              <a:t>논문 작성</a:t>
            </a:r>
          </a:p>
        </p:txBody>
      </p:sp>
      <p:sp>
        <p:nvSpPr>
          <p:cNvPr id="53" name="time-03:bar"/>
          <p:cNvSpPr/>
          <p:nvPr/>
        </p:nvSpPr>
        <p:spPr>
          <a:xfrm>
            <a:off x="9642397" y="5330400"/>
            <a:ext cx="2052922" cy="187200"/>
          </a:xfrm>
          <a:prstGeom prst="roundRect">
            <a:avLst>
              <a:gd name="adj" fmla="val 50000"/>
            </a:avLst>
          </a:prstGeom>
          <a:solidFill>
            <a:srgbClr val="A5BA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cxnSp>
        <p:nvCxnSpPr>
          <p:cNvPr id="54" name="time-03:row-rule"/>
          <p:cNvCxnSpPr/>
          <p:nvPr/>
        </p:nvCxnSpPr>
        <p:spPr>
          <a:xfrm>
            <a:off x="468000" y="5658000"/>
            <a:ext cx="11256120" cy="0"/>
          </a:xfrm>
          <a:prstGeom prst="line">
            <a:avLst/>
          </a:prstGeom>
          <a:ln w="6350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2</a:t>
            </a:fld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HaLab 포레스트 클린 16:9">
  <a:themeElements>
    <a:clrScheme name="HaLab 포레스트 클린 16:9">
      <a:dk1>
        <a:srgbClr val="262B33"/>
      </a:dk1>
      <a:lt1>
        <a:srgbClr val="FFFFFF"/>
      </a:lt1>
      <a:dk2>
        <a:srgbClr val="6B7280"/>
      </a:dk2>
      <a:lt2>
        <a:srgbClr val="FBFBFB"/>
      </a:lt2>
      <a:accent1>
        <a:srgbClr val="1F5236"/>
      </a:accent1>
      <a:accent2>
        <a:srgbClr val="6D8F7C"/>
      </a:accent2>
      <a:accent3>
        <a:srgbClr val="A5BAAF"/>
      </a:accent3>
      <a:accent4>
        <a:srgbClr val="F2B33D"/>
      </a:accent4>
      <a:accent5>
        <a:srgbClr val="A5BAAF"/>
      </a:accent5>
      <a:accent6>
        <a:srgbClr val="E2E5EA"/>
      </a:accent6>
      <a:hlink>
        <a:srgbClr val="1F5236"/>
      </a:hlink>
      <a:folHlink>
        <a:srgbClr val="A5BAAF"/>
      </a:folHlink>
    </a:clrScheme>
    <a:fontScheme name="Pretendard">
      <a:majorFont>
        <a:latin typeface="Pretendard"/>
        <a:ea typeface="Pretendard"/>
        <a:cs typeface=""/>
        <a:font script="Hang" typeface="Pretendard"/>
      </a:majorFont>
      <a:minorFont>
        <a:latin typeface="Pretendard"/>
        <a:ea typeface="Pretendard"/>
        <a:cs typeface=""/>
        <a:font script="Hang" typeface="Pretendard"/>
      </a:minorFont>
    </a:fontScheme>
    <a:fmtScheme name="HaLab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9525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>
    <a:spDef>
      <a:spPr>
        <a:solidFill>
          <a:schemeClr val="bg1"/>
        </a:solidFill>
        <a:ln w="9525">
          <a:solidFill>
            <a:schemeClr val="accent6"/>
          </a:solidFill>
        </a:ln>
      </a:spPr>
      <a:bodyPr rtlCol="0" anchor="ctr"/>
      <a:lstStyle>
        <a:defPPr algn="ctr">
          <a:defRPr lang="ko-KR"/>
        </a:defPPr>
      </a:lstStyle>
      <a:style>
        <a:lnRef idx="0">
          <a:schemeClr val="accent6"/>
        </a:lnRef>
        <a:fillRef idx="0">
          <a:schemeClr val="bg1"/>
        </a:fillRef>
        <a:effectRef idx="0">
          <a:schemeClr val="accent1"/>
        </a:effectRef>
        <a:fontRef idx="minor">
          <a:schemeClr val="tx1"/>
        </a:fontRef>
      </a:style>
    </a:spDef>
    <a:lnDef>
      <a:spPr>
        <a:ln w="9525">
          <a:solidFill>
            <a:schemeClr val="tx2"/>
          </a:solidFill>
        </a:ln>
      </a:spPr>
      <a:bodyPr/>
      <a:lstStyle/>
      <a:style>
        <a:lnRef idx="0">
          <a:schemeClr val="tx2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0" tIns="0" rIns="0" bIns="0" rtlCol="0">
        <a:spAutoFit/>
      </a:bodyPr>
      <a:lstStyle>
        <a:defPPr>
          <a:lnSpc>
            <a:spcPct val="120000"/>
          </a:lnSpc>
          <a:defRPr lang="ko-KR" spc="-40"/>
        </a:defPPr>
      </a:lstStyle>
    </a:tx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>
  <Application>Microsoft Office PowerPoint</Application>
  <Slides>0</Slide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:title>HaLab 틸 클린 16:9</dc:title>
  <dc:creator>HaLab</dc:creator>
</cp:coreProperties>
</file>