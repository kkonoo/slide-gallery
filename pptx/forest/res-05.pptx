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E9EEEB"/>
          </a:solidFill>
          <a:ln w="19050">
            <a:solidFill>
              <a:srgbClr val="A5B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1F5236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E9EEEB"/>
          </a:solidFill>
          <a:ln w="19050">
            <a:solidFill>
              <a:srgbClr val="A5B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1F5236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