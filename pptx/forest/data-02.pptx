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상대 발현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1F5236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 조직</c:v>
                </c:pt>
                <c:pt idx="1">
                  <c:v>종양 내부</c:v>
                </c:pt>
                <c:pt idx="2">
                  <c:v>종양 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발현 (종양 내부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환자군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1"/>
            <c:spPr>
              <a:solidFill>
                <a:srgbClr val="1F5236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CBCED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</c:v>
                </c:pt>
                <c:pt idx="1">
                  <c:v>21</c:v>
                </c:pt>
                <c:pt idx="2">
                  <c:v>11</c:v>
                </c:pt>
                <c:pt idx="3">
                  <c:v>28</c:v>
                </c:pt>
              </c:numCache>
            </c:numRef>
          </c:val>
        </c:ser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세포 비율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200" b="0">
              <a:solidFill>
                <a:srgbClr val="6B7280"/>
              </a:solidFill>
              <a:latin typeface="Pretendar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종양 크기</c:v>
                </c:pt>
              </c:strCache>
            </c:strRef>
          </c:tx>
          <c:spPr>
            <a:ln w="25400">
              <a:solidFill>
                <a:srgbClr val="AEB1B9"/>
              </a:solidFill>
            </a:ln>
          </c:spPr>
          <c:marker>
            <c:symbol val="circle"/>
            <c:size val="6"/>
            <c:spPr>
              <a:solidFill>
                <a:srgbClr val="AEB1B9"/>
              </a:solidFill>
              <a:ln>
                <a:solidFill>
                  <a:srgbClr val="AEB1B9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1F5236"/>
                </a:solidFill>
                <a:ln>
                  <a:solidFill>
                    <a:srgbClr val="1F5236"/>
                  </a:solidFill>
                </a:ln>
              </c:spPr>
            </c:marker>
            <c:spPr>
              <a:solidFill>
                <a:srgbClr val="1F5236"/>
              </a:solidFill>
            </c:spP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−60%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0개월</c:v>
                </c:pt>
                <c:pt idx="1">
                  <c:v>3개월</c:v>
                </c:pt>
                <c:pt idx="2">
                  <c:v>6개월</c:v>
                </c:pt>
                <c:pt idx="3">
                  <c:v>9개월</c:v>
                </c:pt>
                <c:pt idx="4">
                  <c:v>12개월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61</c:v>
                </c:pt>
                <c:pt idx="3">
                  <c:v>48</c:v>
                </c:pt>
                <c:pt idx="4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기준 대비 종양 크기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예비 결과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7 표지 유전자는 종양 경계부에서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클러스터 7 표지 유전자의 평균 발현. 절편 4개, 스팟 1,200개.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환자군에서 대식세포 비율이 31%로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환자군 12명, 대조군 10명의 단일세포 주석 비율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치료 반응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12개월 뒤 종양 크기가 60% 줄었어요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치료군 24명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