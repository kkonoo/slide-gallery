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A5BA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1F5236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A5BAA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