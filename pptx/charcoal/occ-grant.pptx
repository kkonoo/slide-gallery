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F343B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AEBE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F343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F343B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