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8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215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352000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78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20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49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301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323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432000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9294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328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57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409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4314000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512000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4368000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656000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