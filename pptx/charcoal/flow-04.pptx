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2F343B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2F343B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E2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D2D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C3C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A3A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A3A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2F343B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