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F343B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배치 보정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보정 후 세 배치가 섞이고 세포 유형 구분은 그대로 남았다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보정 전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배치마다 따로 모인다</a:t>
            </a:r>
          </a:p>
        </p:txBody>
      </p:sp>
      <p:pic>
        <p:nvPicPr>
          <p:cNvPr id="10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46" y="2857881"/>
            <a:ext cx="2248066" cy="1684587"/>
          </a:xfrm>
          <a:prstGeom prst="rect">
            <a:avLst/>
          </a:prstGeom>
        </p:spPr>
      </p:pic>
      <p:sp>
        <p:nvSpPr>
          <p:cNvPr id="11" name="comp-03:metric-label"/>
          <p:cNvSpPr txBox="1"/>
          <p:nvPr/>
        </p:nvSpPr>
        <p:spPr>
          <a:xfrm>
            <a:off x="394035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394035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1.1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394035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394035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394035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후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687069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 보정 후</a:t>
            </a:r>
          </a:p>
        </p:txBody>
      </p:sp>
      <p:sp>
        <p:nvSpPr>
          <p:cNvPr id="20" name="comp-03:desc"/>
          <p:cNvSpPr txBox="1"/>
          <p:nvPr/>
        </p:nvSpPr>
        <p:spPr>
          <a:xfrm>
            <a:off x="642006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배치가 섞이고 네 유형은 유지된다</a:t>
            </a:r>
          </a:p>
        </p:txBody>
      </p:sp>
      <p:pic>
        <p:nvPicPr>
          <p:cNvPr id="21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93" y="2857881"/>
            <a:ext cx="2247893" cy="1684587"/>
          </a:xfrm>
          <a:prstGeom prst="rect">
            <a:avLst/>
          </a:prstGeom>
        </p:spPr>
      </p:pic>
      <p:sp>
        <p:nvSpPr>
          <p:cNvPr id="22" name="comp-03:metric-label"/>
          <p:cNvSpPr txBox="1"/>
          <p:nvPr/>
        </p:nvSpPr>
        <p:spPr>
          <a:xfrm>
            <a:off x="967641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967641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spc="-40">
                <a:solidFill>
                  <a:srgbClr val="2F343B"/>
                </a:solidFill>
              </a:rPr>
              <a:t>2.7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967641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967641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67641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이후 분석은 보정한 임베딩으로 한다. 유형 표지 유전자는 보정 전 발현값으로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파이프라인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분석을 자동화하자 한 표본 처리 시간이 12시간에서 40분으로 줄었다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수작업 분석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단계마다 스크립트를 손으로 돌리고 결과를 옮겨 적었다</a:t>
            </a:r>
          </a:p>
        </p:txBody>
      </p:sp>
      <p:cxnSp>
        <p:nvCxnSpPr>
          <p:cNvPr id="10" name="comp-03:metric-rule"/>
          <p:cNvCxnSpPr/>
          <p:nvPr/>
        </p:nvCxnSpPr>
        <p:spPr>
          <a:xfrm>
            <a:off x="68400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00912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6B7280"/>
                </a:solidFill>
              </a:rPr>
              <a:t>12시간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00912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9개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00912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4회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Snakemake 파이프라인</a:t>
            </a:r>
          </a:p>
        </p:txBody>
      </p:sp>
      <p:sp>
        <p:nvSpPr>
          <p:cNvPr id="23" name="comp-03:desc"/>
          <p:cNvSpPr txBox="1"/>
          <p:nvPr/>
        </p:nvSpPr>
        <p:spPr>
          <a:xfrm>
            <a:off x="642006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명령 하나로 정렬부터 군집까지 돌고 기록이 남는다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74518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2F343B"/>
                </a:solidFill>
              </a:rPr>
              <a:t>40분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974518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1개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974518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0회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