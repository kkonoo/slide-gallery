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2F343B"/>
              </a:gs>
              <a:gs pos="100000">
                <a:srgbClr val="ACAEB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FFFFFF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이정표는 12월 첫 결과 발표예요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3247766"/>
            <a:ext cx="11256120" cy="149760"/>
          </a:xfrm>
          <a:prstGeom prst="rect">
            <a:avLst/>
          </a:prstGeom>
          <a:gradFill rotWithShape="1">
            <a:gsLst>
              <a:gs pos="0">
                <a:srgbClr val="2F343B"/>
              </a:gs>
              <a:gs pos="100000">
                <a:srgbClr val="ACAEB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3112046"/>
            <a:ext cx="421200" cy="421200"/>
          </a:xfrm>
          <a:prstGeom prst="ellipse">
            <a:avLst/>
          </a:prstGeom>
          <a:solidFill>
            <a:srgbClr val="2F343B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