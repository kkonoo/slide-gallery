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Progress report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report는 다섯 부분이에요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Background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알려진 것과 한계, 연구 목표. 두 번째부터는 1–2장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In the previous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지난번 Next plans와 받은 피드백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Results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왜 했는지 → 결과 → 한 줄 요약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/>
          <p:nvPr/>
        </p:nvSpPr>
        <p:spPr>
          <a:xfrm>
            <a:off x="6204060" y="1984446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Summary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이번에 알게 된 것 3줄 이내</a:t>
            </a:r>
          </a:p>
        </p:txBody>
      </p:sp>
      <p:sp>
        <p:nvSpPr>
          <p:cNvPr id="20" name="list-01:marker"/>
          <p:cNvSpPr/>
          <p:nvPr/>
        </p:nvSpPr>
        <p:spPr>
          <a:xfrm>
            <a:off x="6204060" y="3325573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Next plans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단계와 도움이 필요한 것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ACAEB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rect">
            <a:avLst/>
          </a:prstGeom>
          <a:solidFill>
            <a:srgbClr val="2F343B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F343B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rect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rect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rect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