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</p:sldIdLst>
  <p:sldSz cx="12192000" cy="6858000"/>
  <p:notesSz cx="6858000" cy="9144000"/>
  <p:defaultTextStyle>
    <a:defPPr marL="0" indent="0" algn="l">
      <a:lnSpc>
        <a:spcPct val="100000"/>
      </a:lnSpc>
      <a:spcBef>
        <a:spcPts val="0"/>
      </a:spcBef>
      <a:buNone/>
      <a:defRPr lang="ko-KR" sz="1800" b="0" kern="0" spc="-40">
        <a:solidFill>
          <a:schemeClr val="tx1"/>
        </a:solidFill>
        <a:latin typeface="+mn-lt"/>
        <a:ea typeface="+mn-ea"/>
      </a:defRPr>
    </a:defPPr>
  </p:defaultTextStyle>
  <p:extLst>
    <p:ext uri="{EFAFB233-063F-42B5-8137-9DF3F51BA10A}">
      <p15:sldGuideLst xmlns:p15="http://schemas.microsoft.com/office/powerpoint/2012/main">
        <p15:guide id="1" pos="295">
          <p15:clr>
            <a:srgbClr val="F26B43"/>
          </p15:clr>
        </p15:guide>
        <p15:guide id="2" pos="7385">
          <p15:clr>
            <a:srgbClr val="F26B43"/>
          </p15:clr>
        </p15:guide>
        <p15:guide id="3" orient="horz" pos="295">
          <p15:clr>
            <a:srgbClr val="F26B43"/>
          </p15:clr>
        </p15:guide>
        <p15:guide id="4" orient="horz" pos="4025">
          <p15:clr>
            <a:srgbClr val="F26B43"/>
          </p15:clr>
        </p15:guide>
        <p15:guide id="5" orient="horz" pos="862">
          <p15:clr>
            <a:srgbClr val="F26B43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3C2E1A5B-7D4F-4B8E-9A61-2F0C5D8E7B14}">
  <a:tblStyle styleId="{3C2E1A5B-7D4F-4B8E-9A61-2F0C5D8E7B14}" styleName="HaLab 가로선 표">
    <a:wholeTbl>
      <a:tcTxStyle>
        <a:fontRef idx="minor"/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6350">
              <a:solidFill>
                <a:schemeClr val="accent6"/>
              </a:solidFill>
            </a:ln>
          </a:top>
          <a:bottom>
            <a:ln w="6350">
              <a:solidFill>
                <a:schemeClr val="accent6"/>
              </a:solidFill>
            </a:ln>
          </a:bottom>
          <a:insideH>
            <a:ln w="6350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top>
            <a:ln w="12700">
              <a:solidFill>
                <a:schemeClr val="tx1"/>
              </a:solidFill>
            </a:ln>
          </a:top>
          <a:bottom>
            <a:ln w="9525">
              <a:solidFill>
                <a:schemeClr val="tx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(struct-08-a).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(struct-08-b).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HaLab 슬라이드 갤러리 예시 (struct-08-c). 내용과 숫자는 설명을 위해 만든 것이에요.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L1 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발표 구분"/>
          <p:cNvSpPr>
            <a:spLocks noGrp="1"/>
          </p:cNvSpPr>
          <p:nvPr>
            <p:ph type="body" idx="13"/>
          </p:nvPr>
        </p:nvSpPr>
        <p:spPr>
          <a:xfrm>
            <a:off x="468000" y="1714500"/>
            <a:ext cx="7879284" cy="324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발표 구분 (예: 2026 글로컬랩 발표평가)</a:t>
            </a:r>
          </a:p>
        </p:txBody>
      </p:sp>
      <p:sp>
        <p:nvSpPr>
          <p:cNvPr id="4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과제명 (2줄 이내)</a:t>
            </a:r>
          </a:p>
        </p:txBody>
      </p:sp>
      <p:sp>
        <p:nvSpPr>
          <p:cNvPr id="5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부제 또는 영문 과제명</a:t>
            </a:r>
          </a:p>
        </p:txBody>
      </p:sp>
      <p:sp>
        <p:nvSpPr>
          <p:cNvPr id="6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소속</a:t>
            </a:r>
          </a:p>
        </p:txBody>
      </p:sp>
      <p:sp>
        <p:nvSpPr>
          <p:cNvPr id="7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2 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목차 제목"/>
          <p:cNvSpPr>
            <a:spLocks noGrp="1"/>
          </p:cNvSpPr>
          <p:nvPr>
            <p:ph type="title"/>
          </p:nvPr>
        </p:nvSpPr>
        <p:spPr>
          <a:xfrm>
            <a:off x="468000" y="2468880"/>
            <a:ext cx="3240000" cy="720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2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목차</a:t>
            </a:r>
          </a:p>
        </p:txBody>
      </p:sp>
      <p:sp>
        <p:nvSpPr>
          <p:cNvPr id="3" name="번호 1"/>
          <p:cNvSpPr>
            <a:spLocks noGrp="1"/>
          </p:cNvSpPr>
          <p:nvPr>
            <p:ph type="body" idx="20"/>
          </p:nvPr>
        </p:nvSpPr>
        <p:spPr>
          <a:xfrm>
            <a:off x="4511084" y="1436143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4" name="항목 1"/>
          <p:cNvSpPr>
            <a:spLocks noGrp="1"/>
          </p:cNvSpPr>
          <p:nvPr>
            <p:ph type="body" idx="30"/>
          </p:nvPr>
        </p:nvSpPr>
        <p:spPr>
          <a:xfrm>
            <a:off x="5087084" y="1296000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5" name="번호 2"/>
          <p:cNvSpPr>
            <a:spLocks noGrp="1"/>
          </p:cNvSpPr>
          <p:nvPr>
            <p:ph type="body" idx="21"/>
          </p:nvPr>
        </p:nvSpPr>
        <p:spPr>
          <a:xfrm>
            <a:off x="4511084" y="2076429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</a:t>
            </a:r>
          </a:p>
        </p:txBody>
      </p:sp>
      <p:sp>
        <p:nvSpPr>
          <p:cNvPr id="6" name="항목 2"/>
          <p:cNvSpPr>
            <a:spLocks noGrp="1"/>
          </p:cNvSpPr>
          <p:nvPr>
            <p:ph type="body" idx="31"/>
          </p:nvPr>
        </p:nvSpPr>
        <p:spPr>
          <a:xfrm>
            <a:off x="5087084" y="1936286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7" name="번호 3"/>
          <p:cNvSpPr>
            <a:spLocks noGrp="1"/>
          </p:cNvSpPr>
          <p:nvPr>
            <p:ph type="body" idx="22"/>
          </p:nvPr>
        </p:nvSpPr>
        <p:spPr>
          <a:xfrm>
            <a:off x="4511084" y="2716714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III</a:t>
            </a:r>
          </a:p>
        </p:txBody>
      </p:sp>
      <p:sp>
        <p:nvSpPr>
          <p:cNvPr id="8" name="항목 3"/>
          <p:cNvSpPr>
            <a:spLocks noGrp="1"/>
          </p:cNvSpPr>
          <p:nvPr>
            <p:ph type="body" idx="32"/>
          </p:nvPr>
        </p:nvSpPr>
        <p:spPr>
          <a:xfrm>
            <a:off x="5087084" y="2576571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9" name="번호 4"/>
          <p:cNvSpPr>
            <a:spLocks noGrp="1"/>
          </p:cNvSpPr>
          <p:nvPr>
            <p:ph type="body" idx="23"/>
          </p:nvPr>
        </p:nvSpPr>
        <p:spPr>
          <a:xfrm>
            <a:off x="4511084" y="3357000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IV</a:t>
            </a:r>
          </a:p>
        </p:txBody>
      </p:sp>
      <p:sp>
        <p:nvSpPr>
          <p:cNvPr id="10" name="항목 4"/>
          <p:cNvSpPr>
            <a:spLocks noGrp="1"/>
          </p:cNvSpPr>
          <p:nvPr>
            <p:ph type="body" idx="33"/>
          </p:nvPr>
        </p:nvSpPr>
        <p:spPr>
          <a:xfrm>
            <a:off x="5087084" y="3216857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1" name="번호 5"/>
          <p:cNvSpPr>
            <a:spLocks noGrp="1"/>
          </p:cNvSpPr>
          <p:nvPr>
            <p:ph type="body" idx="24"/>
          </p:nvPr>
        </p:nvSpPr>
        <p:spPr>
          <a:xfrm>
            <a:off x="4511084" y="3997286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</a:t>
            </a:r>
          </a:p>
        </p:txBody>
      </p:sp>
      <p:sp>
        <p:nvSpPr>
          <p:cNvPr id="12" name="항목 5"/>
          <p:cNvSpPr>
            <a:spLocks noGrp="1"/>
          </p:cNvSpPr>
          <p:nvPr>
            <p:ph type="body" idx="34"/>
          </p:nvPr>
        </p:nvSpPr>
        <p:spPr>
          <a:xfrm>
            <a:off x="5087084" y="3857143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3" name="번호 6"/>
          <p:cNvSpPr>
            <a:spLocks noGrp="1"/>
          </p:cNvSpPr>
          <p:nvPr>
            <p:ph type="body" idx="25"/>
          </p:nvPr>
        </p:nvSpPr>
        <p:spPr>
          <a:xfrm>
            <a:off x="4511084" y="4637571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</a:t>
            </a:r>
          </a:p>
        </p:txBody>
      </p:sp>
      <p:sp>
        <p:nvSpPr>
          <p:cNvPr id="14" name="항목 6"/>
          <p:cNvSpPr>
            <a:spLocks noGrp="1"/>
          </p:cNvSpPr>
          <p:nvPr>
            <p:ph type="body" idx="35"/>
          </p:nvPr>
        </p:nvSpPr>
        <p:spPr>
          <a:xfrm>
            <a:off x="5087084" y="4497429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  <p:sp>
        <p:nvSpPr>
          <p:cNvPr id="15" name="번호 7"/>
          <p:cNvSpPr>
            <a:spLocks noGrp="1"/>
          </p:cNvSpPr>
          <p:nvPr>
            <p:ph type="body" idx="26"/>
          </p:nvPr>
        </p:nvSpPr>
        <p:spPr>
          <a:xfrm>
            <a:off x="4511084" y="5277857"/>
            <a:ext cx="360000" cy="36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14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VII</a:t>
            </a:r>
          </a:p>
        </p:txBody>
      </p:sp>
      <p:sp>
        <p:nvSpPr>
          <p:cNvPr id="16" name="항목 7"/>
          <p:cNvSpPr>
            <a:spLocks noGrp="1"/>
          </p:cNvSpPr>
          <p:nvPr>
            <p:ph type="body" idx="36"/>
          </p:nvPr>
        </p:nvSpPr>
        <p:spPr>
          <a:xfrm>
            <a:off x="5087084" y="5137714"/>
            <a:ext cx="6637036" cy="640286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목차 항목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L3 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번호"/>
          <p:cNvSpPr>
            <a:spLocks noGrp="1"/>
          </p:cNvSpPr>
          <p:nvPr>
            <p:ph type="body" idx="13"/>
          </p:nvPr>
        </p:nvSpPr>
        <p:spPr>
          <a:xfrm>
            <a:off x="468000" y="2880360"/>
            <a:ext cx="792000" cy="792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vert="horz" wrap="square" lIns="0" tIns="0" rIns="0" bIns="0" rtlCol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lang="ko-KR" sz="3000" b="1" kern="0" spc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I</a:t>
            </a:r>
          </a:p>
        </p:txBody>
      </p:sp>
      <p:sp>
        <p:nvSpPr>
          <p:cNvPr id="3" name="섹션 이름"/>
          <p:cNvSpPr>
            <a:spLocks noGrp="1"/>
          </p:cNvSpPr>
          <p:nvPr>
            <p:ph type="title"/>
          </p:nvPr>
        </p:nvSpPr>
        <p:spPr>
          <a:xfrm>
            <a:off x="1512000" y="2736360"/>
            <a:ext cx="10212120" cy="10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36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섹션 이름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L4 헤더 + 빈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L5 2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섹션 라벨"/>
          <p:cNvSpPr>
            <a:spLocks noGrp="1"/>
          </p:cNvSpPr>
          <p:nvPr>
            <p:ph type="body" idx="13"/>
          </p:nvPr>
        </p:nvSpPr>
        <p:spPr>
          <a:xfrm>
            <a:off x="468000" y="468000"/>
            <a:ext cx="504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100" b="0" kern="0" spc="-20">
                <a:solidFill>
                  <a:schemeClr val="accent1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섹션 이름</a:t>
            </a:r>
          </a:p>
        </p:txBody>
      </p:sp>
      <p:sp>
        <p:nvSpPr>
          <p:cNvPr id="3" name="평가 지표 태그"/>
          <p:cNvSpPr>
            <a:spLocks noGrp="1"/>
          </p:cNvSpPr>
          <p:nvPr>
            <p:ph type="body" idx="14"/>
          </p:nvPr>
        </p:nvSpPr>
        <p:spPr>
          <a:xfrm>
            <a:off x="7404120" y="468000"/>
            <a:ext cx="4320000" cy="198000"/>
          </a:xfrm>
        </p:spPr>
        <p:txBody>
          <a:bodyPr vert="horz" wrap="square" lIns="0" tIns="0" rIns="0" bIns="0" rtlCol="0" anchor="b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평가 지표·사전질의 번호 (필요할 때만)</a:t>
            </a:r>
          </a:p>
        </p:txBody>
      </p:sp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슬라이드 제목</a:t>
            </a:r>
          </a:p>
        </p:txBody>
      </p:sp>
      <p:cxnSp>
        <p:nvCxnSpPr>
          <p:cNvPr id="5" name="구분선"/>
          <p:cNvCxnSpPr/>
          <p:nvPr userDrawn="1"/>
        </p:nvCxnSpPr>
        <p:spPr>
          <a:xfrm>
            <a:off x="468000" y="1188000"/>
            <a:ext cx="11256120" cy="0"/>
          </a:xfrm>
          <a:prstGeom prst="line">
            <a:avLst/>
          </a:prstGeom>
          <a:ln w="9525">
            <a:solidFill>
              <a:schemeClr val="accent6"/>
            </a:solidFill>
          </a:ln>
        </p:spPr>
      </p:cxnSp>
      <p:sp>
        <p:nvSpPr>
          <p:cNvPr id="6" name="왼쪽 소제목"/>
          <p:cNvSpPr>
            <a:spLocks noGrp="1"/>
          </p:cNvSpPr>
          <p:nvPr>
            <p:ph type="body" idx="15"/>
          </p:nvPr>
        </p:nvSpPr>
        <p:spPr>
          <a:xfrm>
            <a:off x="46800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왼쪽 소제목</a:t>
            </a:r>
          </a:p>
        </p:txBody>
      </p:sp>
      <p:sp>
        <p:nvSpPr>
          <p:cNvPr id="7" name="왼쪽 내용"/>
          <p:cNvSpPr>
            <a:spLocks noGrp="1"/>
          </p:cNvSpPr>
          <p:nvPr>
            <p:ph idx="16"/>
          </p:nvPr>
        </p:nvSpPr>
        <p:spPr>
          <a:xfrm>
            <a:off x="46800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8" name="오른쪽 소제목"/>
          <p:cNvSpPr>
            <a:spLocks noGrp="1"/>
          </p:cNvSpPr>
          <p:nvPr>
            <p:ph type="body" idx="17"/>
          </p:nvPr>
        </p:nvSpPr>
        <p:spPr>
          <a:xfrm>
            <a:off x="6276060" y="1368000"/>
            <a:ext cx="5448060" cy="360000"/>
          </a:xfrm>
          <a:prstGeom prst="rect">
            <a:avLst/>
          </a:prstGeom>
          <a:solidFill>
            <a:srgbClr val="DADADC"/>
          </a:solidFill>
          <a:ln>
            <a:noFill/>
          </a:ln>
        </p:spPr>
        <p:txBody>
          <a:bodyPr vert="horz" wrap="square" lIns="126000" tIns="0" rIns="12600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1" kern="0" spc="-4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오른쪽 소제목</a:t>
            </a:r>
          </a:p>
        </p:txBody>
      </p:sp>
      <p:sp>
        <p:nvSpPr>
          <p:cNvPr id="9" name="오른쪽 내용"/>
          <p:cNvSpPr>
            <a:spLocks noGrp="1"/>
          </p:cNvSpPr>
          <p:nvPr>
            <p:ph idx="18"/>
          </p:nvPr>
        </p:nvSpPr>
        <p:spPr>
          <a:xfrm>
            <a:off x="6276060" y="1944000"/>
            <a:ext cx="5448060" cy="4446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항목 6개 이내 · 키워드 + 설명 1–2줄</a:t>
            </a:r>
          </a:p>
        </p:txBody>
      </p:sp>
      <p:sp>
        <p:nvSpPr>
          <p:cNvPr id="10" name="Slide Number"/>
          <p:cNvSpPr>
            <a:spLocks noGrp="1"/>
          </p:cNvSpPr>
          <p:nvPr>
            <p:ph type="sldNum" idx="12" sz="quarter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L6 마무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강조 막대"/>
          <p:cNvSpPr/>
          <p:nvPr userDrawn="1"/>
        </p:nvSpPr>
        <p:spPr>
          <a:xfrm>
            <a:off x="468000" y="1516500"/>
            <a:ext cx="576000" cy="5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ko-KR"/>
          </a:p>
        </p:txBody>
      </p:sp>
      <p:sp>
        <p:nvSpPr>
          <p:cNvPr id="3" name="과제명"/>
          <p:cNvSpPr>
            <a:spLocks noGrp="1"/>
          </p:cNvSpPr>
          <p:nvPr>
            <p:ph type="ctrTitle"/>
          </p:nvPr>
        </p:nvSpPr>
        <p:spPr>
          <a:xfrm>
            <a:off x="468000" y="2110500"/>
            <a:ext cx="9004896" cy="1205971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8000"/>
              </a:lnSpc>
              <a:spcBef>
                <a:spcPts val="0"/>
              </a:spcBef>
              <a:buNone/>
              <a:defRPr lang="ko-KR" sz="4000" b="1" kern="0" spc="-80">
                <a:solidFill>
                  <a:schemeClr val="tx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감사합니다</a:t>
            </a:r>
          </a:p>
        </p:txBody>
      </p:sp>
      <p:sp>
        <p:nvSpPr>
          <p:cNvPr id="4" name="부제"/>
          <p:cNvSpPr>
            <a:spLocks noGrp="1"/>
          </p:cNvSpPr>
          <p:nvPr>
            <p:ph type="subTitle" idx="1"/>
          </p:nvPr>
        </p:nvSpPr>
        <p:spPr>
          <a:xfrm>
            <a:off x="468000" y="3568471"/>
            <a:ext cx="9004896" cy="504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800" b="0" kern="0" spc="-40">
                <a:solidFill>
                  <a:schemeClr val="tx2"/>
                </a:solidFill>
                <a:latin typeface="Pretendard Medium"/>
                <a:ea typeface="Pretendard Medium"/>
              </a:defRPr>
            </a:lvl1pPr>
          </a:lstStyle>
          <a:p>
            <a:r>
              <a:rPr lang="ko-KR"/>
              <a:t>과제명 한 줄</a:t>
            </a:r>
          </a:p>
        </p:txBody>
      </p:sp>
      <p:sp>
        <p:nvSpPr>
          <p:cNvPr id="5" name="발표자"/>
          <p:cNvSpPr>
            <a:spLocks noGrp="1"/>
          </p:cNvSpPr>
          <p:nvPr>
            <p:ph type="body" idx="14"/>
          </p:nvPr>
        </p:nvSpPr>
        <p:spPr>
          <a:xfrm>
            <a:off x="468000" y="4288471"/>
            <a:ext cx="6753672" cy="432000"/>
          </a:xfrm>
        </p:spPr>
        <p:txBody>
          <a:bodyPr vert="horz" wrap="square" lIns="0" tIns="0" rIns="0" bIns="0" rtlCol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1400" b="0" kern="0" spc="-2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발표자 · 연락처</a:t>
            </a:r>
          </a:p>
        </p:txBody>
      </p:sp>
      <p:sp>
        <p:nvSpPr>
          <p:cNvPr id="6" name="기관 로고 줄"/>
          <p:cNvSpPr>
            <a:spLocks noGrp="1"/>
          </p:cNvSpPr>
          <p:nvPr>
            <p:ph type="body" idx="15"/>
          </p:nvPr>
        </p:nvSpPr>
        <p:spPr>
          <a:xfrm>
            <a:off x="468000" y="6174000"/>
            <a:ext cx="11256120" cy="432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r>
              <a:rPr lang="ko-KR"/>
              <a:t>기관 로고 (이 줄에 한 줄로)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68000" y="666000"/>
            <a:ext cx="11256120" cy="450000"/>
          </a:xfrm>
        </p:spPr>
        <p:txBody>
          <a:bodyPr vert="horz" wrap="square" lIns="0" tIns="0" rIns="0" bIns="0" rtlCol="0" anchor="ctr">
            <a:noAutofit/>
          </a:bodyPr>
          <a:lstStyle/>
          <a:p>
            <a:r>
              <a:rPr lang="ko-KR"/>
              <a:t>마스터 제목 스타일 편집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8000" y="1368000"/>
            <a:ext cx="11256120" cy="5022000"/>
          </a:xfrm>
        </p:spPr>
        <p:txBody>
          <a:bodyPr vert="horz" wrap="square" lIns="0" tIns="0" rIns="0" bIns="0" rtlCol="0" anchor="t">
            <a:noAutofit/>
          </a:bodyPr>
          <a:lstStyle/>
          <a:p>
            <a:r>
              <a:rPr lang="ko-KR"/>
              <a:t>마스터 텍스트 스타일을 편집합니다</a:t>
            </a:r>
          </a:p>
          <a:p>
            <a:r>
              <a:rPr lang="ko-KR"/>
              <a:t>둘째 수준</a:t>
            </a:r>
          </a:p>
          <a:p>
            <a:r>
              <a:rPr lang="ko-KR"/>
              <a:t>셋째 수준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>
          <a:xfrm>
            <a:off x="10644120" y="6498000"/>
            <a:ext cx="1080000" cy="180000"/>
          </a:xfrm>
        </p:spPr>
        <p:txBody>
          <a:bodyPr vert="horz" wrap="square" lIns="0" tIns="0" rIns="0" bIns="0" rtlCol="0" anchor="ctr">
            <a:noAutofit/>
          </a:bodyPr>
          <a:lstStyle>
            <a:lvl1pPr marL="0" indent="0" algn="r">
              <a:lnSpc>
                <a:spcPct val="100000"/>
              </a:lnSpc>
              <a:spcBef>
                <a:spcPts val="0"/>
              </a:spcBef>
              <a:buNone/>
              <a:defRPr lang="ko-KR" sz="900" b="0" kern="0" spc="0">
                <a:solidFill>
                  <a:schemeClr val="tx2"/>
                </a:solidFill>
                <a:latin typeface="+mn-lt"/>
                <a:ea typeface="+mn-ea"/>
              </a:defRPr>
            </a:lvl1pPr>
          </a:lstStyle>
          <a:p>
            <a:fld id="{B6F15528-21DE-4FAA-801E-634DDDAF4B2B}" type="slidenum">
              <a:rPr lang="ko-KR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marL="0" indent="0" algn="l">
        <a:lnSpc>
          <a:spcPct val="100000"/>
        </a:lnSpc>
        <a:spcBef>
          <a:spcPts val="0"/>
        </a:spcBef>
        <a:buNone/>
        <a:defRPr lang="ko-KR" sz="2800" b="1" kern="0" spc="-60">
          <a:solidFill>
            <a:schemeClr val="tx1"/>
          </a:solidFill>
          <a:latin typeface="+mj-lt"/>
          <a:ea typeface="+mj-ea"/>
        </a:defRPr>
      </a:lvl1pPr>
    </p:titleStyle>
    <p:bodyStyle>
      <a:lvl1pPr marL="0" indent="0" algn="l">
        <a:lnSpc>
          <a:spcPct val="120000"/>
        </a:lnSpc>
        <a:spcBef>
          <a:spcPts val="56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lvl1pPr>
      <a:lvl2pPr marL="16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–"/>
        <a:defRPr lang="ko-KR" sz="1400" b="0" kern="0" spc="-40">
          <a:solidFill>
            <a:schemeClr val="tx2"/>
          </a:solidFill>
          <a:latin typeface="+mn-lt"/>
          <a:ea typeface="+mn-ea"/>
        </a:defRPr>
      </a:lvl2pPr>
      <a:lvl3pPr marL="30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3pPr>
      <a:lvl4pPr marL="45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4pPr>
      <a:lvl5pPr marL="594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5pPr>
      <a:lvl6pPr marL="738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6pPr>
      <a:lvl7pPr marL="882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7pPr>
      <a:lvl8pPr marL="1026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8pPr>
      <a:lvl9pPr marL="1170000" indent="-108000" algn="l">
        <a:lnSpc>
          <a:spcPct val="120000"/>
        </a:lnSpc>
        <a:spcBef>
          <a:spcPts val="280"/>
        </a:spcBef>
        <a:buClr>
          <a:schemeClr val="tx2"/>
        </a:buClr>
        <a:buFont typeface="+mn-lt"/>
        <a:buChar char="·"/>
        <a:defRPr lang="ko-KR" sz="1300" b="0" kern="0" spc="-40">
          <a:solidFill>
            <a:schemeClr val="tx2"/>
          </a:solidFill>
          <a:latin typeface="+mn-lt"/>
          <a:ea typeface="+mn-ea"/>
        </a:defRPr>
      </a:lvl9pPr>
    </p:bodyStyle>
    <p:otherStyle>
      <a:defPPr marL="0" indent="0" algn="l">
        <a:lnSpc>
          <a:spcPct val="100000"/>
        </a:lnSpc>
        <a:spcBef>
          <a:spcPts val="0"/>
        </a:spcBef>
        <a:buNone/>
        <a:defRPr lang="ko-KR" sz="1400" b="0" kern="0" spc="-40">
          <a:solidFill>
            <a:schemeClr val="tx1"/>
          </a:solidFill>
          <a:latin typeface="+mn-lt"/>
          <a:ea typeface="+mn-ea"/>
        </a:defRPr>
      </a:def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연구실 분석 인프라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표준 파이프라인 층이 서버와 웹 도구를 잇는다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792456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92912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792456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공유 웹 도구</a:t>
            </a:r>
          </a:p>
        </p:txBody>
      </p:sp>
      <p:sp>
        <p:nvSpPr>
          <p:cNvPr id="8" name="struct-08:item"/>
          <p:cNvSpPr/>
          <p:nvPr/>
        </p:nvSpPr>
        <p:spPr>
          <a:xfrm>
            <a:off x="4988507" y="1938127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struct-08:item-text"/>
          <p:cNvSpPr txBox="1"/>
          <p:nvPr/>
        </p:nvSpPr>
        <p:spPr>
          <a:xfrm>
            <a:off x="4988507" y="1938127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시각화 앱</a:t>
            </a:r>
          </a:p>
        </p:txBody>
      </p:sp>
      <p:sp>
        <p:nvSpPr>
          <p:cNvPr id="10" name="struct-08:item"/>
          <p:cNvSpPr/>
          <p:nvPr/>
        </p:nvSpPr>
        <p:spPr>
          <a:xfrm>
            <a:off x="5989305" y="1938127"/>
            <a:ext cx="77318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struct-08:item-text"/>
          <p:cNvSpPr txBox="1"/>
          <p:nvPr/>
        </p:nvSpPr>
        <p:spPr>
          <a:xfrm>
            <a:off x="5989305" y="1938127"/>
            <a:ext cx="77318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랩 위키</a:t>
            </a:r>
          </a:p>
        </p:txBody>
      </p:sp>
      <p:sp>
        <p:nvSpPr>
          <p:cNvPr id="12" name="struct-08:item"/>
          <p:cNvSpPr/>
          <p:nvPr/>
        </p:nvSpPr>
        <p:spPr>
          <a:xfrm>
            <a:off x="6852494" y="1938127"/>
            <a:ext cx="104840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struct-08:item-text"/>
          <p:cNvSpPr txBox="1"/>
          <p:nvPr/>
        </p:nvSpPr>
        <p:spPr>
          <a:xfrm>
            <a:off x="6852494" y="1938127"/>
            <a:ext cx="104840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그림 갤러리</a:t>
            </a:r>
          </a:p>
        </p:txBody>
      </p:sp>
      <p:sp>
        <p:nvSpPr>
          <p:cNvPr id="14" name="struct-08:layer"/>
          <p:cNvSpPr/>
          <p:nvPr/>
        </p:nvSpPr>
        <p:spPr>
          <a:xfrm>
            <a:off x="2719224" y="2569798"/>
            <a:ext cx="6753672" cy="842012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struct-08:marker"/>
          <p:cNvSpPr/>
          <p:nvPr/>
        </p:nvSpPr>
        <p:spPr>
          <a:xfrm>
            <a:off x="2899224" y="284680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16" name="struct-08:name"/>
          <p:cNvSpPr txBox="1"/>
          <p:nvPr/>
        </p:nvSpPr>
        <p:spPr>
          <a:xfrm>
            <a:off x="3313224" y="2569798"/>
            <a:ext cx="1531283" cy="8420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표준 파이프라인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4988507" y="2855804"/>
            <a:ext cx="134272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4988507" y="2855804"/>
            <a:ext cx="134272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nf-core rnaseq</a:t>
            </a:r>
          </a:p>
        </p:txBody>
      </p:sp>
      <p:sp>
        <p:nvSpPr>
          <p:cNvPr id="19" name="struct-08:item"/>
          <p:cNvSpPr/>
          <p:nvPr/>
        </p:nvSpPr>
        <p:spPr>
          <a:xfrm>
            <a:off x="6421230" y="2855804"/>
            <a:ext cx="10540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item-text"/>
          <p:cNvSpPr txBox="1"/>
          <p:nvPr/>
        </p:nvSpPr>
        <p:spPr>
          <a:xfrm>
            <a:off x="6421230" y="2855804"/>
            <a:ext cx="10540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scRNA QC</a:t>
            </a:r>
          </a:p>
        </p:txBody>
      </p:sp>
      <p:sp>
        <p:nvSpPr>
          <p:cNvPr id="21" name="struct-08:item"/>
          <p:cNvSpPr/>
          <p:nvPr/>
        </p:nvSpPr>
        <p:spPr>
          <a:xfrm>
            <a:off x="7565277" y="2855804"/>
            <a:ext cx="135998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struct-08:item-text"/>
          <p:cNvSpPr txBox="1"/>
          <p:nvPr/>
        </p:nvSpPr>
        <p:spPr>
          <a:xfrm>
            <a:off x="7565277" y="2855804"/>
            <a:ext cx="135998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1" spc="-40">
                <a:solidFill>
                  <a:srgbClr val="2F343B"/>
                </a:solidFill>
              </a:rPr>
              <a:t>공통 참조 유전체</a:t>
            </a:r>
          </a:p>
        </p:txBody>
      </p:sp>
      <p:sp>
        <p:nvSpPr>
          <p:cNvPr id="23" name="struct-08:layer"/>
          <p:cNvSpPr/>
          <p:nvPr/>
        </p:nvSpPr>
        <p:spPr>
          <a:xfrm>
            <a:off x="2719224" y="3627810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marker"/>
          <p:cNvSpPr/>
          <p:nvPr/>
        </p:nvSpPr>
        <p:spPr>
          <a:xfrm>
            <a:off x="2899224" y="376448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25" name="struct-08:name"/>
          <p:cNvSpPr txBox="1"/>
          <p:nvPr/>
        </p:nvSpPr>
        <p:spPr>
          <a:xfrm>
            <a:off x="3313224" y="3627810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원자료 저장소</a:t>
            </a:r>
          </a:p>
        </p:txBody>
      </p:sp>
      <p:sp>
        <p:nvSpPr>
          <p:cNvPr id="26" name="struct-08:item"/>
          <p:cNvSpPr/>
          <p:nvPr/>
        </p:nvSpPr>
        <p:spPr>
          <a:xfrm>
            <a:off x="4988507" y="3773481"/>
            <a:ext cx="1147882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struct-08:item-text"/>
          <p:cNvSpPr txBox="1"/>
          <p:nvPr/>
        </p:nvSpPr>
        <p:spPr>
          <a:xfrm>
            <a:off x="4988507" y="3773481"/>
            <a:ext cx="1147882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NAS 400TB</a:t>
            </a:r>
          </a:p>
        </p:txBody>
      </p:sp>
      <p:sp>
        <p:nvSpPr>
          <p:cNvPr id="28" name="struct-08:item"/>
          <p:cNvSpPr/>
          <p:nvPr/>
        </p:nvSpPr>
        <p:spPr>
          <a:xfrm>
            <a:off x="6226389" y="3773481"/>
            <a:ext cx="1242685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struct-08:item-text"/>
          <p:cNvSpPr txBox="1"/>
          <p:nvPr/>
        </p:nvSpPr>
        <p:spPr>
          <a:xfrm>
            <a:off x="6226389" y="3773481"/>
            <a:ext cx="1242685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FASTQ · BAM</a:t>
            </a:r>
          </a:p>
        </p:txBody>
      </p:sp>
      <p:sp>
        <p:nvSpPr>
          <p:cNvPr id="30" name="struct-08:item"/>
          <p:cNvSpPr/>
          <p:nvPr/>
        </p:nvSpPr>
        <p:spPr>
          <a:xfrm>
            <a:off x="7559074" y="3773481"/>
            <a:ext cx="89802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struct-08:item-text"/>
          <p:cNvSpPr txBox="1"/>
          <p:nvPr/>
        </p:nvSpPr>
        <p:spPr>
          <a:xfrm>
            <a:off x="7559074" y="3773481"/>
            <a:ext cx="89802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백업 2벌</a:t>
            </a:r>
          </a:p>
        </p:txBody>
      </p:sp>
      <p:sp>
        <p:nvSpPr>
          <p:cNvPr id="32" name="struct-08:layer"/>
          <p:cNvSpPr/>
          <p:nvPr/>
        </p:nvSpPr>
        <p:spPr>
          <a:xfrm>
            <a:off x="2719224" y="4405151"/>
            <a:ext cx="6753672" cy="561342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struct-08:marker"/>
          <p:cNvSpPr/>
          <p:nvPr/>
        </p:nvSpPr>
        <p:spPr>
          <a:xfrm>
            <a:off x="2899224" y="4541822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34" name="struct-08:name"/>
          <p:cNvSpPr txBox="1"/>
          <p:nvPr/>
        </p:nvSpPr>
        <p:spPr>
          <a:xfrm>
            <a:off x="3313224" y="4405151"/>
            <a:ext cx="1531283" cy="56134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계산 서버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4988507" y="4550822"/>
            <a:ext cx="1256281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4988507" y="4550822"/>
            <a:ext cx="1256281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CPU 서버 4대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6334788" y="4550822"/>
            <a:ext cx="129476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6334788" y="4550822"/>
            <a:ext cx="129476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GPU A100 × 8</a:t>
            </a:r>
          </a:p>
        </p:txBody>
      </p:sp>
      <p:sp>
        <p:nvSpPr>
          <p:cNvPr id="39" name="struct-08:item"/>
          <p:cNvSpPr/>
          <p:nvPr/>
        </p:nvSpPr>
        <p:spPr>
          <a:xfrm>
            <a:off x="7719550" y="4550822"/>
            <a:ext cx="118601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struct-08:item-text"/>
          <p:cNvSpPr txBox="1"/>
          <p:nvPr/>
        </p:nvSpPr>
        <p:spPr>
          <a:xfrm>
            <a:off x="7719550" y="4550822"/>
            <a:ext cx="118601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작업 스케줄러</a:t>
            </a:r>
          </a:p>
        </p:txBody>
      </p:sp>
      <p:cxnSp>
        <p:nvCxnSpPr>
          <p:cNvPr id="41" name="conclusion:line"/>
          <p:cNvCxnSpPr/>
          <p:nvPr/>
        </p:nvCxnSpPr>
        <p:spPr>
          <a:xfrm>
            <a:off x="468000" y="5182493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conclusion:text"/>
          <p:cNvSpPr txBox="1"/>
          <p:nvPr/>
        </p:nvSpPr>
        <p:spPr>
          <a:xfrm>
            <a:off x="468000" y="5380493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새 학생도 파이프라인 층만 익히면 서버 설정 없이 분석을 시작한다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1</a:t>
            </a:fld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데이터 플랫폼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임상 · 유전체 자료를 한 저장소에 모으는 것이 먼저다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896468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2099611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896468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결과 공유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625477" y="2110928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요약 통계와 그림만 밖으로 내보낸다</a:t>
            </a:r>
          </a:p>
        </p:txBody>
      </p:sp>
      <p:sp>
        <p:nvSpPr>
          <p:cNvPr id="9" name="struct-08:layer"/>
          <p:cNvSpPr/>
          <p:nvPr/>
        </p:nvSpPr>
        <p:spPr>
          <a:xfrm>
            <a:off x="2719224" y="2806754"/>
            <a:ext cx="6753672" cy="694286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marker"/>
          <p:cNvSpPr/>
          <p:nvPr/>
        </p:nvSpPr>
        <p:spPr>
          <a:xfrm>
            <a:off x="2899224" y="3009897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11" name="struct-08:name"/>
          <p:cNvSpPr txBox="1"/>
          <p:nvPr/>
        </p:nvSpPr>
        <p:spPr>
          <a:xfrm>
            <a:off x="3313224" y="2806754"/>
            <a:ext cx="1168253" cy="69428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분석 환경</a:t>
            </a:r>
          </a:p>
        </p:txBody>
      </p:sp>
      <p:sp>
        <p:nvSpPr>
          <p:cNvPr id="12" name="struct-08:desc"/>
          <p:cNvSpPr txBox="1"/>
          <p:nvPr/>
        </p:nvSpPr>
        <p:spPr>
          <a:xfrm>
            <a:off x="4625477" y="3021213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R · Python 노트북, 승인된 사람만 접근</a:t>
            </a:r>
          </a:p>
        </p:txBody>
      </p:sp>
      <p:sp>
        <p:nvSpPr>
          <p:cNvPr id="13" name="struct-08:layer"/>
          <p:cNvSpPr/>
          <p:nvPr/>
        </p:nvSpPr>
        <p:spPr>
          <a:xfrm>
            <a:off x="2719224" y="3717039"/>
            <a:ext cx="6753672" cy="1041429"/>
          </a:xfrm>
          <a:prstGeom prst="rect">
            <a:avLst/>
          </a:prstGeom>
          <a:solidFill>
            <a:srgbClr val="2F34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struct-08:marker"/>
          <p:cNvSpPr/>
          <p:nvPr/>
        </p:nvSpPr>
        <p:spPr>
          <a:xfrm>
            <a:off x="2899224" y="4093754"/>
            <a:ext cx="288000" cy="288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15" name="struct-08:name"/>
          <p:cNvSpPr txBox="1"/>
          <p:nvPr/>
        </p:nvSpPr>
        <p:spPr>
          <a:xfrm>
            <a:off x="3313224" y="3717039"/>
            <a:ext cx="1168253" cy="104142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FFFFFF"/>
                </a:solidFill>
              </a:rPr>
              <a:t>통합 저장소</a:t>
            </a:r>
          </a:p>
        </p:txBody>
      </p:sp>
      <p:sp>
        <p:nvSpPr>
          <p:cNvPr id="16" name="struct-08:desc"/>
          <p:cNvSpPr txBox="1"/>
          <p:nvPr/>
        </p:nvSpPr>
        <p:spPr>
          <a:xfrm>
            <a:off x="4625477" y="4105070"/>
            <a:ext cx="4667419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FFFFFF"/>
                </a:solidFill>
              </a:rPr>
              <a:t>임상 정보와 유전체 자료를 같은 환자 ID로 묶는다</a:t>
            </a:r>
          </a:p>
        </p:txBody>
      </p:sp>
      <p:cxnSp>
        <p:nvCxnSpPr>
          <p:cNvPr id="17" name="conclusion:line"/>
          <p:cNvCxnSpPr/>
          <p:nvPr/>
        </p:nvCxnSpPr>
        <p:spPr>
          <a:xfrm>
            <a:off x="468000" y="4974468"/>
            <a:ext cx="11256120" cy="0"/>
          </a:xfrm>
          <a:prstGeom prst="line">
            <a:avLst/>
          </a:prstGeom>
          <a:ln w="9525">
            <a:solidFill>
              <a:srgbClr val="E2E5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conclusion:text"/>
          <p:cNvSpPr txBox="1"/>
          <p:nvPr/>
        </p:nvSpPr>
        <p:spPr>
          <a:xfrm>
            <a:off x="468000" y="5172468"/>
            <a:ext cx="11256120" cy="3045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5000"/>
              </a:lnSpc>
            </a:pPr>
            <a:r>
              <a:rPr sz="1400" b="0" spc="-40">
                <a:solidFill>
                  <a:srgbClr val="6B7280"/>
                </a:solidFill>
              </a:rPr>
              <a:t>1차년도에는 맨 아래 통합 저장소 구축에 예산의 60%를 쓴다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r>
              <a:t>모델 구조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예측 모델은 다섯 층으로 나눠 따로 검증한다</a:t>
            </a:r>
          </a:p>
        </p:txBody>
      </p:sp>
      <p:sp>
        <p:nvSpPr>
          <p:cNvPr id="5" name="struct-08:layer"/>
          <p:cNvSpPr/>
          <p:nvPr/>
        </p:nvSpPr>
        <p:spPr>
          <a:xfrm>
            <a:off x="2719224" y="15840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struct-08:marker"/>
          <p:cNvSpPr/>
          <p:nvPr/>
        </p:nvSpPr>
        <p:spPr>
          <a:xfrm>
            <a:off x="2899224" y="18054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5</a:t>
            </a:r>
          </a:p>
        </p:txBody>
      </p:sp>
      <p:sp>
        <p:nvSpPr>
          <p:cNvPr id="7" name="struct-08:name"/>
          <p:cNvSpPr txBox="1"/>
          <p:nvPr/>
        </p:nvSpPr>
        <p:spPr>
          <a:xfrm>
            <a:off x="3313224" y="15840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해석</a:t>
            </a:r>
          </a:p>
        </p:txBody>
      </p:sp>
      <p:sp>
        <p:nvSpPr>
          <p:cNvPr id="8" name="struct-08:desc"/>
          <p:cNvSpPr txBox="1"/>
          <p:nvPr/>
        </p:nvSpPr>
        <p:spPr>
          <a:xfrm>
            <a:off x="4443962" y="18167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변수 기여도와 위험군 나눔</a:t>
            </a:r>
          </a:p>
        </p:txBody>
      </p:sp>
      <p:sp>
        <p:nvSpPr>
          <p:cNvPr id="9" name="struct-08:item"/>
          <p:cNvSpPr/>
          <p:nvPr/>
        </p:nvSpPr>
        <p:spPr>
          <a:xfrm>
            <a:off x="6773048" y="1814400"/>
            <a:ext cx="726914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struct-08:item-text"/>
          <p:cNvSpPr txBox="1"/>
          <p:nvPr/>
        </p:nvSpPr>
        <p:spPr>
          <a:xfrm>
            <a:off x="6773048" y="1814400"/>
            <a:ext cx="726914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SHAP</a:t>
            </a:r>
          </a:p>
        </p:txBody>
      </p:sp>
      <p:sp>
        <p:nvSpPr>
          <p:cNvPr id="11" name="struct-08:layer"/>
          <p:cNvSpPr/>
          <p:nvPr/>
        </p:nvSpPr>
        <p:spPr>
          <a:xfrm>
            <a:off x="2719224" y="25308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struct-08:marker"/>
          <p:cNvSpPr/>
          <p:nvPr/>
        </p:nvSpPr>
        <p:spPr>
          <a:xfrm>
            <a:off x="2899224" y="27522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4</a:t>
            </a:r>
          </a:p>
        </p:txBody>
      </p:sp>
      <p:sp>
        <p:nvSpPr>
          <p:cNvPr id="13" name="struct-08:name"/>
          <p:cNvSpPr txBox="1"/>
          <p:nvPr/>
        </p:nvSpPr>
        <p:spPr>
          <a:xfrm>
            <a:off x="3313224" y="25308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예측 모델</a:t>
            </a:r>
          </a:p>
        </p:txBody>
      </p:sp>
      <p:sp>
        <p:nvSpPr>
          <p:cNvPr id="14" name="struct-08:desc"/>
          <p:cNvSpPr txBox="1"/>
          <p:nvPr/>
        </p:nvSpPr>
        <p:spPr>
          <a:xfrm>
            <a:off x="4443962" y="27635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생존 위험 점수</a:t>
            </a:r>
          </a:p>
        </p:txBody>
      </p:sp>
      <p:sp>
        <p:nvSpPr>
          <p:cNvPr id="15" name="struct-08:item"/>
          <p:cNvSpPr/>
          <p:nvPr/>
        </p:nvSpPr>
        <p:spPr>
          <a:xfrm>
            <a:off x="6773048" y="2761200"/>
            <a:ext cx="909508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struct-08:item-text"/>
          <p:cNvSpPr txBox="1"/>
          <p:nvPr/>
        </p:nvSpPr>
        <p:spPr>
          <a:xfrm>
            <a:off x="6773048" y="2761200"/>
            <a:ext cx="909508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Cox 모형</a:t>
            </a:r>
          </a:p>
        </p:txBody>
      </p:sp>
      <p:sp>
        <p:nvSpPr>
          <p:cNvPr id="17" name="struct-08:item"/>
          <p:cNvSpPr/>
          <p:nvPr/>
        </p:nvSpPr>
        <p:spPr>
          <a:xfrm>
            <a:off x="7772556" y="2761200"/>
            <a:ext cx="1084766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struct-08:item-text"/>
          <p:cNvSpPr txBox="1"/>
          <p:nvPr/>
        </p:nvSpPr>
        <p:spPr>
          <a:xfrm>
            <a:off x="7772556" y="2761200"/>
            <a:ext cx="1084766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랜덤 생존 숲</a:t>
            </a:r>
          </a:p>
        </p:txBody>
      </p:sp>
      <p:sp>
        <p:nvSpPr>
          <p:cNvPr id="19" name="struct-08:layer"/>
          <p:cNvSpPr/>
          <p:nvPr/>
        </p:nvSpPr>
        <p:spPr>
          <a:xfrm>
            <a:off x="2719224" y="34776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struct-08:marker"/>
          <p:cNvSpPr/>
          <p:nvPr/>
        </p:nvSpPr>
        <p:spPr>
          <a:xfrm>
            <a:off x="2899224" y="36990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3</a:t>
            </a:r>
          </a:p>
        </p:txBody>
      </p:sp>
      <p:sp>
        <p:nvSpPr>
          <p:cNvPr id="21" name="struct-08:name"/>
          <p:cNvSpPr txBox="1"/>
          <p:nvPr/>
        </p:nvSpPr>
        <p:spPr>
          <a:xfrm>
            <a:off x="3313224" y="34776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특징 선택</a:t>
            </a:r>
          </a:p>
        </p:txBody>
      </p:sp>
      <p:sp>
        <p:nvSpPr>
          <p:cNvPr id="22" name="struct-08:desc"/>
          <p:cNvSpPr txBox="1"/>
          <p:nvPr/>
        </p:nvSpPr>
        <p:spPr>
          <a:xfrm>
            <a:off x="4443962" y="37103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안정성 선택 200회</a:t>
            </a:r>
          </a:p>
        </p:txBody>
      </p:sp>
      <p:sp>
        <p:nvSpPr>
          <p:cNvPr id="23" name="struct-08:item"/>
          <p:cNvSpPr/>
          <p:nvPr/>
        </p:nvSpPr>
        <p:spPr>
          <a:xfrm>
            <a:off x="6773048" y="3708000"/>
            <a:ext cx="82074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struct-08:item-text"/>
          <p:cNvSpPr txBox="1"/>
          <p:nvPr/>
        </p:nvSpPr>
        <p:spPr>
          <a:xfrm>
            <a:off x="6773048" y="3708000"/>
            <a:ext cx="82074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LASSO</a:t>
            </a:r>
          </a:p>
        </p:txBody>
      </p:sp>
      <p:sp>
        <p:nvSpPr>
          <p:cNvPr id="25" name="struct-08:layer"/>
          <p:cNvSpPr/>
          <p:nvPr/>
        </p:nvSpPr>
        <p:spPr>
          <a:xfrm>
            <a:off x="2719224" y="44244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struct-08:marker"/>
          <p:cNvSpPr/>
          <p:nvPr/>
        </p:nvSpPr>
        <p:spPr>
          <a:xfrm>
            <a:off x="2899224" y="46458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2</a:t>
            </a:r>
          </a:p>
        </p:txBody>
      </p:sp>
      <p:sp>
        <p:nvSpPr>
          <p:cNvPr id="27" name="struct-08:name"/>
          <p:cNvSpPr txBox="1"/>
          <p:nvPr/>
        </p:nvSpPr>
        <p:spPr>
          <a:xfrm>
            <a:off x="3313224" y="44244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전처리</a:t>
            </a:r>
          </a:p>
        </p:txBody>
      </p:sp>
      <p:sp>
        <p:nvSpPr>
          <p:cNvPr id="28" name="struct-08:desc"/>
          <p:cNvSpPr txBox="1"/>
          <p:nvPr/>
        </p:nvSpPr>
        <p:spPr>
          <a:xfrm>
            <a:off x="4443962" y="46571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정규화 · 배치 보정</a:t>
            </a:r>
          </a:p>
        </p:txBody>
      </p:sp>
      <p:sp>
        <p:nvSpPr>
          <p:cNvPr id="29" name="struct-08:item"/>
          <p:cNvSpPr/>
          <p:nvPr/>
        </p:nvSpPr>
        <p:spPr>
          <a:xfrm>
            <a:off x="6773048" y="4654800"/>
            <a:ext cx="886043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struct-08:item-text"/>
          <p:cNvSpPr txBox="1"/>
          <p:nvPr/>
        </p:nvSpPr>
        <p:spPr>
          <a:xfrm>
            <a:off x="6773048" y="4654800"/>
            <a:ext cx="886043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ComBat</a:t>
            </a:r>
          </a:p>
        </p:txBody>
      </p:sp>
      <p:sp>
        <p:nvSpPr>
          <p:cNvPr id="31" name="struct-08:layer"/>
          <p:cNvSpPr/>
          <p:nvPr/>
        </p:nvSpPr>
        <p:spPr>
          <a:xfrm>
            <a:off x="2719224" y="5371200"/>
            <a:ext cx="6753672" cy="7308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struct-08:marker"/>
          <p:cNvSpPr/>
          <p:nvPr/>
        </p:nvSpPr>
        <p:spPr>
          <a:xfrm>
            <a:off x="2899224" y="5592600"/>
            <a:ext cx="288000" cy="288000"/>
          </a:xfrm>
          <a:prstGeom prst="ellipse">
            <a:avLst/>
          </a:prstGeom>
          <a:solidFill>
            <a:srgbClr val="FFFFFF"/>
          </a:solidFill>
          <a:ln w="9525">
            <a:solidFill>
              <a:srgbClr val="2F34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 spc="-40">
                <a:solidFill>
                  <a:srgbClr val="2F343B"/>
                </a:solidFill>
              </a:rPr>
              <a:t>1</a:t>
            </a:r>
          </a:p>
        </p:txBody>
      </p:sp>
      <p:sp>
        <p:nvSpPr>
          <p:cNvPr id="33" name="struct-08:name"/>
          <p:cNvSpPr txBox="1"/>
          <p:nvPr/>
        </p:nvSpPr>
        <p:spPr>
          <a:xfrm>
            <a:off x="3313224" y="5371200"/>
            <a:ext cx="986738" cy="730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20000"/>
              </a:lnSpc>
            </a:pPr>
            <a:r>
              <a:rPr sz="1700" b="1" spc="-40">
                <a:solidFill>
                  <a:srgbClr val="262B33"/>
                </a:solidFill>
              </a:rPr>
              <a:t>입력 자료</a:t>
            </a:r>
          </a:p>
        </p:txBody>
      </p:sp>
      <p:sp>
        <p:nvSpPr>
          <p:cNvPr id="34" name="struct-08:desc"/>
          <p:cNvSpPr txBox="1"/>
          <p:nvPr/>
        </p:nvSpPr>
        <p:spPr>
          <a:xfrm>
            <a:off x="4443962" y="5603917"/>
            <a:ext cx="2113086" cy="28336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400" b="0" spc="-40">
                <a:solidFill>
                  <a:srgbClr val="6B7280"/>
                </a:solidFill>
              </a:rPr>
              <a:t>전사체 · 임상 변수</a:t>
            </a:r>
          </a:p>
        </p:txBody>
      </p:sp>
      <p:sp>
        <p:nvSpPr>
          <p:cNvPr id="35" name="struct-08:item"/>
          <p:cNvSpPr/>
          <p:nvPr/>
        </p:nvSpPr>
        <p:spPr>
          <a:xfrm>
            <a:off x="6773048" y="5601600"/>
            <a:ext cx="954167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struct-08:item-text"/>
          <p:cNvSpPr txBox="1"/>
          <p:nvPr/>
        </p:nvSpPr>
        <p:spPr>
          <a:xfrm>
            <a:off x="6773048" y="5601600"/>
            <a:ext cx="954167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RNA-seq</a:t>
            </a:r>
          </a:p>
        </p:txBody>
      </p:sp>
      <p:sp>
        <p:nvSpPr>
          <p:cNvPr id="37" name="struct-08:item"/>
          <p:cNvSpPr/>
          <p:nvPr/>
        </p:nvSpPr>
        <p:spPr>
          <a:xfrm>
            <a:off x="7817215" y="5601600"/>
            <a:ext cx="910799" cy="2700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E5E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struct-08:item-text"/>
          <p:cNvSpPr txBox="1"/>
          <p:nvPr/>
        </p:nvSpPr>
        <p:spPr>
          <a:xfrm>
            <a:off x="7817215" y="5601600"/>
            <a:ext cx="910799" cy="27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20000"/>
              </a:lnSpc>
            </a:pPr>
            <a:r>
              <a:rPr sz="1300" b="0" spc="-40">
                <a:solidFill>
                  <a:srgbClr val="262B33"/>
                </a:solidFill>
              </a:rPr>
              <a:t>검사 수치</a:t>
            </a:r>
          </a:p>
        </p:txBody>
      </p:sp>
      <p:sp>
        <p:nvSpPr>
          <p:cNvPr id="900" name="쪽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ko-KR"/>
              <a:t>3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ab 차콜 클린 16:9">
  <a:themeElements>
    <a:clrScheme name="HaLab 차콜 클린 16:9">
      <a:dk1>
        <a:srgbClr val="262B33"/>
      </a:dk1>
      <a:lt1>
        <a:srgbClr val="FFFFFF"/>
      </a:lt1>
      <a:dk2>
        <a:srgbClr val="6B7280"/>
      </a:dk2>
      <a:lt2>
        <a:srgbClr val="FBFBFB"/>
      </a:lt2>
      <a:accent1>
        <a:srgbClr val="2F343B"/>
      </a:accent1>
      <a:accent2>
        <a:srgbClr val="787B80"/>
      </a:accent2>
      <a:accent3>
        <a:srgbClr val="ACAEB1"/>
      </a:accent3>
      <a:accent4>
        <a:srgbClr val="E5484D"/>
      </a:accent4>
      <a:accent5>
        <a:srgbClr val="ACAEB1"/>
      </a:accent5>
      <a:accent6>
        <a:srgbClr val="E2E5EA"/>
      </a:accent6>
      <a:hlink>
        <a:srgbClr val="2F343B"/>
      </a:hlink>
      <a:folHlink>
        <a:srgbClr val="ACAEB1"/>
      </a:folHlink>
    </a:clrScheme>
    <a:fontScheme name="Pretendard">
      <a:majorFont>
        <a:latin typeface="Pretendard"/>
        <a:ea typeface="Pretendard"/>
        <a:cs typeface=""/>
        <a:font script="Hang" typeface="Pretendard"/>
      </a:majorFont>
      <a:minorFont>
        <a:latin typeface="Pretendard"/>
        <a:ea typeface="Pretendard"/>
        <a:cs typeface=""/>
        <a:font script="Hang" typeface="Pretendard"/>
      </a:minorFont>
    </a:fontScheme>
    <a:fmtScheme name="HaLab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9525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accent6"/>
          </a:solidFill>
        </a:ln>
      </a:spPr>
      <a:bodyPr rtlCol="0" anchor="ctr"/>
      <a:lstStyle>
        <a:defPPr algn="ctr">
          <a:defRPr lang="ko-KR"/>
        </a:defPPr>
      </a:lstStyle>
      <a:style>
        <a:lnRef idx="0">
          <a:schemeClr val="accent6"/>
        </a:lnRef>
        <a:fillRef idx="0">
          <a:schemeClr val="bg1"/>
        </a:fillRef>
        <a:effectRef idx="0">
          <a:schemeClr val="accent1"/>
        </a:effectRef>
        <a:fontRef idx="minor">
          <a:schemeClr val="tx1"/>
        </a:fontRef>
      </a:style>
    </a:spDef>
    <a:lnDef>
      <a:spPr>
        <a:ln w="9525">
          <a:solidFill>
            <a:schemeClr val="tx2"/>
          </a:solidFill>
        </a:ln>
      </a:spPr>
      <a:bodyPr/>
      <a:lstStyle/>
      <a:style>
        <a:lnRef idx="0">
          <a:schemeClr val="tx2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lnSpc>
            <a:spcPct val="120000"/>
          </a:lnSpc>
          <a:defRPr lang="ko-KR" spc="-4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Microsoft Office PowerPoint</Application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HaLab 틸 클린 16:9</dc:title>
  <dc:creator>HaLab</dc:creator>
</cp:coreProperties>
</file>