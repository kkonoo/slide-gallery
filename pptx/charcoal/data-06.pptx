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E0E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2F343B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E0E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2F343B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E0E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C6C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2F343B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