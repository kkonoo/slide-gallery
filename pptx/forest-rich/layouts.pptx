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307E5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CED9D3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2B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112D1E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