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1F5236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1F52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1F5236"/>
            </a:gs>
            <a:gs pos="100000">
              <a:srgbClr val="307E5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1F5236"/>
            </a:gs>
            <a:gs pos="100000">
              <a:srgbClr val="307E5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1F5236"/>
            </a:gs>
            <a:gs pos="100000">
              <a:srgbClr val="307E5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1F5236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7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포레스트 리치 16:9">
  <a:themeElements>
    <a:clrScheme name="HaLab 포레스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1F5236"/>
      </a:accent1>
      <a:accent2>
        <a:srgbClr val="6D8F7C"/>
      </a:accent2>
      <a:accent3>
        <a:srgbClr val="A5BAAF"/>
      </a:accent3>
      <a:accent4>
        <a:srgbClr val="F2B33D"/>
      </a:accent4>
      <a:accent5>
        <a:srgbClr val="A5BAAF"/>
      </a:accent5>
      <a:accent6>
        <a:srgbClr val="E2E5EA"/>
      </a:accent6>
      <a:hlink>
        <a:srgbClr val="1F5236"/>
      </a:hlink>
      <a:folHlink>
        <a:srgbClr val="A5BAAF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