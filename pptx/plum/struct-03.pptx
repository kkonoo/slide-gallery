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EBE0E9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CAAB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2E6B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