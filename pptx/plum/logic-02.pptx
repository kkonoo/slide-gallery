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6"/>
    <p:sldId id="257" r:id="rId8"/>
    <p:sldId id="258" r:id="rId9"/>
  </p:sldIdLst>
  <p:sldSz cx="12192000" cy="6858000"/>
  <p:notesSz cx="6858000" cy="9144000"/>
  <p:defaultTextStyle>
    <a:defPPr marL="0" indent="0" algn="l">
      <a:lnSpc>
        <a:spcPct val="100000"/>
      </a:lnSpc>
      <a:spcBef>
        <a:spcPts val="0"/>
      </a:spcBef>
      <a:buNone/>
      <a:defRPr lang="ko-KR" sz="1800" b="0" kern="0" spc="-40">
        <a:solidFill>
          <a:schemeClr val="tx1"/>
        </a:solidFill>
        <a:latin typeface="+mn-lt"/>
        <a:ea typeface="+mn-ea"/>
      </a:defRPr>
    </a:defPPr>
  </p:defaultTextStyle>
  <p:extLst>
    <p:ext uri="{EFAFB233-063F-42B5-8137-9DF3F51BA10A}">
      <p15:sldGuideLst xmlns:p15="http://schemas.microsoft.com/office/powerpoint/2012/main">
        <p15:guide id="1" pos="295">
          <p15:clr>
            <a:srgbClr val="F26B43"/>
          </p15:clr>
        </p15:guide>
        <p15:guide id="2" pos="7385">
          <p15:clr>
            <a:srgbClr val="F26B43"/>
          </p15:clr>
        </p15:guide>
        <p15:guide id="3" orient="horz" pos="295">
          <p15:clr>
            <a:srgbClr val="F26B43"/>
          </p15:clr>
        </p15:guide>
        <p15:guide id="4" orient="horz" pos="4025">
          <p15:clr>
            <a:srgbClr val="F26B43"/>
          </p15:clr>
        </p15:guide>
        <p15:guide id="5" orient="horz" pos="862">
          <p15:clr>
            <a:srgbClr val="F26B43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3C2E1A5B-7D4F-4B8E-9A61-2F0C5D8E7B14}">
  <a:tblStyle styleId="{3C2E1A5B-7D4F-4B8E-9A61-2F0C5D8E7B14}" styleName="HaLab 가로선 표">
    <a:wholeTbl>
      <a:tcTxStyle>
        <a:fontRef idx="minor"/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6350">
              <a:solidFill>
                <a:schemeClr val="accent6"/>
              </a:solidFill>
            </a:ln>
          </a:top>
          <a:bottom>
            <a:ln w="6350">
              <a:solidFill>
                <a:schemeClr val="accent6"/>
              </a:solidFill>
            </a:ln>
          </a:bottom>
          <a:insideH>
            <a:ln w="6350">
              <a:solidFill>
                <a:schemeClr val="accent6"/>
              </a:solidFill>
            </a:ln>
          </a:insideH>
          <a:insideV>
            <a:ln>
              <a:noFill/>
            </a:ln>
          </a:insideV>
        </a:tcBdr>
        <a:fill>
          <a:noFill/>
        </a:fill>
      </a:tcStyle>
    </a:wholeTbl>
    <a:firstRow>
      <a:tcTxStyle b="on">
        <a:fontRef idx="minor"/>
        <a:schemeClr val="tx1"/>
      </a:tcTxStyle>
      <a:tcStyle>
        <a:tcBdr>
          <a:top>
            <a:ln w="12700">
              <a:solidFill>
                <a:schemeClr val="tx1"/>
              </a:solidFill>
            </a:ln>
          </a:top>
          <a:bottom>
            <a:ln w="9525">
              <a:solidFill>
                <a:schemeClr val="tx2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ableStyles" Target="tableStyles.xml"/><Relationship Id="rId6" Type="http://schemas.openxmlformats.org/officeDocument/2006/relationships/slide" Target="slides/slide1.xml"/><Relationship Id="rId7" Type="http://schemas.openxmlformats.org/officeDocument/2006/relationships/notesMaster" Target="notesMasters/notesMaster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(logic-02-a).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(logic-02-b).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(logic-02-c).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L1 표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강조 막대"/>
          <p:cNvSpPr/>
          <p:nvPr userDrawn="1"/>
        </p:nvSpPr>
        <p:spPr>
          <a:xfrm>
            <a:off x="468000" y="1516500"/>
            <a:ext cx="576000" cy="576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/>
          <a:lstStyle/>
          <a:p>
            <a:endParaRPr lang="ko-KR"/>
          </a:p>
        </p:txBody>
      </p:sp>
      <p:sp>
        <p:nvSpPr>
          <p:cNvPr id="3" name="발표 구분"/>
          <p:cNvSpPr>
            <a:spLocks noGrp="1"/>
          </p:cNvSpPr>
          <p:nvPr>
            <p:ph type="body" idx="13"/>
          </p:nvPr>
        </p:nvSpPr>
        <p:spPr>
          <a:xfrm>
            <a:off x="468000" y="1714500"/>
            <a:ext cx="7879284" cy="324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400" b="0" kern="0" spc="-20">
                <a:solidFill>
                  <a:schemeClr val="accent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발표 구분 (예: 2026 글로컬랩 발표평가)</a:t>
            </a:r>
          </a:p>
        </p:txBody>
      </p:sp>
      <p:sp>
        <p:nvSpPr>
          <p:cNvPr id="4" name="과제명"/>
          <p:cNvSpPr>
            <a:spLocks noGrp="1"/>
          </p:cNvSpPr>
          <p:nvPr>
            <p:ph type="ctrTitle"/>
          </p:nvPr>
        </p:nvSpPr>
        <p:spPr>
          <a:xfrm>
            <a:off x="468000" y="2110500"/>
            <a:ext cx="9004896" cy="1205971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8000"/>
              </a:lnSpc>
              <a:spcBef>
                <a:spcPts val="0"/>
              </a:spcBef>
              <a:buNone/>
              <a:defRPr lang="ko-KR" sz="4000" b="1" kern="0" spc="-80">
                <a:solidFill>
                  <a:schemeClr val="tx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과제명 (2줄 이내)</a:t>
            </a:r>
          </a:p>
        </p:txBody>
      </p:sp>
      <p:sp>
        <p:nvSpPr>
          <p:cNvPr id="5" name="부제"/>
          <p:cNvSpPr>
            <a:spLocks noGrp="1"/>
          </p:cNvSpPr>
          <p:nvPr>
            <p:ph type="subTitle" idx="1"/>
          </p:nvPr>
        </p:nvSpPr>
        <p:spPr>
          <a:xfrm>
            <a:off x="468000" y="3568471"/>
            <a:ext cx="9004896" cy="504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2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부제 또는 영문 과제명</a:t>
            </a:r>
          </a:p>
        </p:txBody>
      </p:sp>
      <p:sp>
        <p:nvSpPr>
          <p:cNvPr id="6" name="발표자"/>
          <p:cNvSpPr>
            <a:spLocks noGrp="1"/>
          </p:cNvSpPr>
          <p:nvPr>
            <p:ph type="body" idx="14"/>
          </p:nvPr>
        </p:nvSpPr>
        <p:spPr>
          <a:xfrm>
            <a:off x="468000" y="4288471"/>
            <a:ext cx="6753672" cy="432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400" b="0" kern="0" spc="-2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발표자 · 소속</a:t>
            </a:r>
          </a:p>
        </p:txBody>
      </p:sp>
      <p:sp>
        <p:nvSpPr>
          <p:cNvPr id="7" name="기관 로고 줄"/>
          <p:cNvSpPr>
            <a:spLocks noGrp="1"/>
          </p:cNvSpPr>
          <p:nvPr>
            <p:ph type="body" idx="15"/>
          </p:nvPr>
        </p:nvSpPr>
        <p:spPr>
          <a:xfrm>
            <a:off x="468000" y="6174000"/>
            <a:ext cx="11256120" cy="432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기관 로고 (이 줄에 한 줄로)</a:t>
            </a: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cust" preserve="1">
  <p:cSld name="L2 목차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목차 제목"/>
          <p:cNvSpPr>
            <a:spLocks noGrp="1"/>
          </p:cNvSpPr>
          <p:nvPr>
            <p:ph type="title"/>
          </p:nvPr>
        </p:nvSpPr>
        <p:spPr>
          <a:xfrm>
            <a:off x="468000" y="2468880"/>
            <a:ext cx="3240000" cy="720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3200" b="1" kern="0" spc="-80">
                <a:solidFill>
                  <a:schemeClr val="tx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목차</a:t>
            </a:r>
          </a:p>
        </p:txBody>
      </p:sp>
      <p:sp>
        <p:nvSpPr>
          <p:cNvPr id="3" name="번호 1"/>
          <p:cNvSpPr>
            <a:spLocks noGrp="1"/>
          </p:cNvSpPr>
          <p:nvPr>
            <p:ph type="body" idx="20"/>
          </p:nvPr>
        </p:nvSpPr>
        <p:spPr>
          <a:xfrm>
            <a:off x="4511084" y="1436143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</a:t>
            </a:r>
          </a:p>
        </p:txBody>
      </p:sp>
      <p:sp>
        <p:nvSpPr>
          <p:cNvPr id="4" name="항목 1"/>
          <p:cNvSpPr>
            <a:spLocks noGrp="1"/>
          </p:cNvSpPr>
          <p:nvPr>
            <p:ph type="body" idx="30"/>
          </p:nvPr>
        </p:nvSpPr>
        <p:spPr>
          <a:xfrm>
            <a:off x="5087084" y="1296000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5" name="번호 2"/>
          <p:cNvSpPr>
            <a:spLocks noGrp="1"/>
          </p:cNvSpPr>
          <p:nvPr>
            <p:ph type="body" idx="21"/>
          </p:nvPr>
        </p:nvSpPr>
        <p:spPr>
          <a:xfrm>
            <a:off x="4511084" y="2076429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II</a:t>
            </a:r>
          </a:p>
        </p:txBody>
      </p:sp>
      <p:sp>
        <p:nvSpPr>
          <p:cNvPr id="6" name="항목 2"/>
          <p:cNvSpPr>
            <a:spLocks noGrp="1"/>
          </p:cNvSpPr>
          <p:nvPr>
            <p:ph type="body" idx="31"/>
          </p:nvPr>
        </p:nvSpPr>
        <p:spPr>
          <a:xfrm>
            <a:off x="5087084" y="1936286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7" name="번호 3"/>
          <p:cNvSpPr>
            <a:spLocks noGrp="1"/>
          </p:cNvSpPr>
          <p:nvPr>
            <p:ph type="body" idx="22"/>
          </p:nvPr>
        </p:nvSpPr>
        <p:spPr>
          <a:xfrm>
            <a:off x="4511084" y="2716714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III</a:t>
            </a:r>
          </a:p>
        </p:txBody>
      </p:sp>
      <p:sp>
        <p:nvSpPr>
          <p:cNvPr id="8" name="항목 3"/>
          <p:cNvSpPr>
            <a:spLocks noGrp="1"/>
          </p:cNvSpPr>
          <p:nvPr>
            <p:ph type="body" idx="32"/>
          </p:nvPr>
        </p:nvSpPr>
        <p:spPr>
          <a:xfrm>
            <a:off x="5087084" y="2576571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9" name="번호 4"/>
          <p:cNvSpPr>
            <a:spLocks noGrp="1"/>
          </p:cNvSpPr>
          <p:nvPr>
            <p:ph type="body" idx="23"/>
          </p:nvPr>
        </p:nvSpPr>
        <p:spPr>
          <a:xfrm>
            <a:off x="4511084" y="3357000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IV</a:t>
            </a:r>
          </a:p>
        </p:txBody>
      </p:sp>
      <p:sp>
        <p:nvSpPr>
          <p:cNvPr id="10" name="항목 4"/>
          <p:cNvSpPr>
            <a:spLocks noGrp="1"/>
          </p:cNvSpPr>
          <p:nvPr>
            <p:ph type="body" idx="33"/>
          </p:nvPr>
        </p:nvSpPr>
        <p:spPr>
          <a:xfrm>
            <a:off x="5087084" y="3216857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11" name="번호 5"/>
          <p:cNvSpPr>
            <a:spLocks noGrp="1"/>
          </p:cNvSpPr>
          <p:nvPr>
            <p:ph type="body" idx="24"/>
          </p:nvPr>
        </p:nvSpPr>
        <p:spPr>
          <a:xfrm>
            <a:off x="4511084" y="3997286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V</a:t>
            </a:r>
          </a:p>
        </p:txBody>
      </p:sp>
      <p:sp>
        <p:nvSpPr>
          <p:cNvPr id="12" name="항목 5"/>
          <p:cNvSpPr>
            <a:spLocks noGrp="1"/>
          </p:cNvSpPr>
          <p:nvPr>
            <p:ph type="body" idx="34"/>
          </p:nvPr>
        </p:nvSpPr>
        <p:spPr>
          <a:xfrm>
            <a:off x="5087084" y="3857143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13" name="번호 6"/>
          <p:cNvSpPr>
            <a:spLocks noGrp="1"/>
          </p:cNvSpPr>
          <p:nvPr>
            <p:ph type="body" idx="25"/>
          </p:nvPr>
        </p:nvSpPr>
        <p:spPr>
          <a:xfrm>
            <a:off x="4511084" y="4637571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VI</a:t>
            </a:r>
          </a:p>
        </p:txBody>
      </p:sp>
      <p:sp>
        <p:nvSpPr>
          <p:cNvPr id="14" name="항목 6"/>
          <p:cNvSpPr>
            <a:spLocks noGrp="1"/>
          </p:cNvSpPr>
          <p:nvPr>
            <p:ph type="body" idx="35"/>
          </p:nvPr>
        </p:nvSpPr>
        <p:spPr>
          <a:xfrm>
            <a:off x="5087084" y="4497429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15" name="번호 7"/>
          <p:cNvSpPr>
            <a:spLocks noGrp="1"/>
          </p:cNvSpPr>
          <p:nvPr>
            <p:ph type="body" idx="26"/>
          </p:nvPr>
        </p:nvSpPr>
        <p:spPr>
          <a:xfrm>
            <a:off x="4511084" y="5277857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VII</a:t>
            </a:r>
          </a:p>
        </p:txBody>
      </p:sp>
      <p:sp>
        <p:nvSpPr>
          <p:cNvPr id="16" name="항목 7"/>
          <p:cNvSpPr>
            <a:spLocks noGrp="1"/>
          </p:cNvSpPr>
          <p:nvPr>
            <p:ph type="body" idx="36"/>
          </p:nvPr>
        </p:nvSpPr>
        <p:spPr>
          <a:xfrm>
            <a:off x="5087084" y="5137714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L3 간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섹션 번호"/>
          <p:cNvSpPr>
            <a:spLocks noGrp="1"/>
          </p:cNvSpPr>
          <p:nvPr>
            <p:ph type="body" idx="13"/>
          </p:nvPr>
        </p:nvSpPr>
        <p:spPr>
          <a:xfrm>
            <a:off x="468000" y="2880360"/>
            <a:ext cx="792000" cy="792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30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</a:t>
            </a:r>
          </a:p>
        </p:txBody>
      </p:sp>
      <p:sp>
        <p:nvSpPr>
          <p:cNvPr id="3" name="섹션 이름"/>
          <p:cNvSpPr>
            <a:spLocks noGrp="1"/>
          </p:cNvSpPr>
          <p:nvPr>
            <p:ph type="title"/>
          </p:nvPr>
        </p:nvSpPr>
        <p:spPr>
          <a:xfrm>
            <a:off x="1512000" y="2736360"/>
            <a:ext cx="10212120" cy="1080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3600" b="1" kern="0" spc="-80">
                <a:solidFill>
                  <a:schemeClr val="tx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섹션 이름</a:t>
            </a: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L4 헤더 + 빈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섹션 라벨"/>
          <p:cNvSpPr>
            <a:spLocks noGrp="1"/>
          </p:cNvSpPr>
          <p:nvPr>
            <p:ph type="body" idx="13"/>
          </p:nvPr>
        </p:nvSpPr>
        <p:spPr>
          <a:xfrm>
            <a:off x="468000" y="468000"/>
            <a:ext cx="5040000" cy="198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100" b="0" kern="0" spc="-20">
                <a:solidFill>
                  <a:schemeClr val="accent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섹션 이름</a:t>
            </a:r>
          </a:p>
        </p:txBody>
      </p:sp>
      <p:sp>
        <p:nvSpPr>
          <p:cNvPr id="3" name="평가 지표 태그"/>
          <p:cNvSpPr>
            <a:spLocks noGrp="1"/>
          </p:cNvSpPr>
          <p:nvPr>
            <p:ph type="body" idx="14"/>
          </p:nvPr>
        </p:nvSpPr>
        <p:spPr>
          <a:xfrm>
            <a:off x="7404120" y="468000"/>
            <a:ext cx="4320000" cy="198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평가 지표·사전질의 번호 (필요할 때만)</a:t>
            </a:r>
          </a:p>
        </p:txBody>
      </p:sp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468000" y="666000"/>
            <a:ext cx="11256120" cy="450000"/>
          </a:xfrm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ko-KR"/>
              <a:t>슬라이드 제목</a:t>
            </a:r>
          </a:p>
        </p:txBody>
      </p:sp>
      <p:cxnSp>
        <p:nvCxnSpPr>
          <p:cNvPr id="5" name="구분선"/>
          <p:cNvCxnSpPr/>
          <p:nvPr userDrawn="1"/>
        </p:nvCxnSpPr>
        <p:spPr>
          <a:xfrm>
            <a:off x="468000" y="1188000"/>
            <a:ext cx="11256120" cy="0"/>
          </a:xfrm>
          <a:prstGeom prst="line">
            <a:avLst/>
          </a:prstGeom>
          <a:ln w="9525">
            <a:solidFill>
              <a:schemeClr val="accent6"/>
            </a:solidFill>
          </a:ln>
        </p:spPr>
      </p:cxnSp>
      <p:sp>
        <p:nvSpPr>
          <p:cNvPr id="6" name="Slide Number"/>
          <p:cNvSpPr>
            <a:spLocks noGrp="1"/>
          </p:cNvSpPr>
          <p:nvPr>
            <p:ph type="sldNum" idx="12" sz="quarter"/>
          </p:nvPr>
        </p:nvSpPr>
        <p:spPr>
          <a:xfrm>
            <a:off x="10644120" y="6498000"/>
            <a:ext cx="1080000" cy="180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fld id="{B6F15528-21DE-4FAA-801E-634DDDAF4B2B}" type="slidenum">
              <a:rPr lang="ko-KR"/>
              <a:t>‹#›</a:t>
            </a:fld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L5 2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섹션 라벨"/>
          <p:cNvSpPr>
            <a:spLocks noGrp="1"/>
          </p:cNvSpPr>
          <p:nvPr>
            <p:ph type="body" idx="13"/>
          </p:nvPr>
        </p:nvSpPr>
        <p:spPr>
          <a:xfrm>
            <a:off x="468000" y="468000"/>
            <a:ext cx="5040000" cy="198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100" b="0" kern="0" spc="-20">
                <a:solidFill>
                  <a:schemeClr val="accent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섹션 이름</a:t>
            </a:r>
          </a:p>
        </p:txBody>
      </p:sp>
      <p:sp>
        <p:nvSpPr>
          <p:cNvPr id="3" name="평가 지표 태그"/>
          <p:cNvSpPr>
            <a:spLocks noGrp="1"/>
          </p:cNvSpPr>
          <p:nvPr>
            <p:ph type="body" idx="14"/>
          </p:nvPr>
        </p:nvSpPr>
        <p:spPr>
          <a:xfrm>
            <a:off x="7404120" y="468000"/>
            <a:ext cx="4320000" cy="198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평가 지표·사전질의 번호 (필요할 때만)</a:t>
            </a:r>
          </a:p>
        </p:txBody>
      </p:sp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468000" y="666000"/>
            <a:ext cx="11256120" cy="450000"/>
          </a:xfrm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ko-KR"/>
              <a:t>슬라이드 제목</a:t>
            </a:r>
          </a:p>
        </p:txBody>
      </p:sp>
      <p:cxnSp>
        <p:nvCxnSpPr>
          <p:cNvPr id="5" name="구분선"/>
          <p:cNvCxnSpPr/>
          <p:nvPr userDrawn="1"/>
        </p:nvCxnSpPr>
        <p:spPr>
          <a:xfrm>
            <a:off x="468000" y="1188000"/>
            <a:ext cx="11256120" cy="0"/>
          </a:xfrm>
          <a:prstGeom prst="line">
            <a:avLst/>
          </a:prstGeom>
          <a:ln w="9525">
            <a:solidFill>
              <a:schemeClr val="accent6"/>
            </a:solidFill>
          </a:ln>
        </p:spPr>
      </p:cxnSp>
      <p:sp>
        <p:nvSpPr>
          <p:cNvPr id="6" name="왼쪽 소제목"/>
          <p:cNvSpPr>
            <a:spLocks noGrp="1"/>
          </p:cNvSpPr>
          <p:nvPr>
            <p:ph type="body" idx="15"/>
          </p:nvPr>
        </p:nvSpPr>
        <p:spPr>
          <a:xfrm>
            <a:off x="468000" y="1368000"/>
            <a:ext cx="5448060" cy="360000"/>
          </a:xfrm>
          <a:prstGeom prst="rect">
            <a:avLst/>
          </a:prstGeom>
          <a:solidFill>
            <a:srgbClr val="E7D9E4"/>
          </a:solidFill>
          <a:ln>
            <a:noFill/>
          </a:ln>
        </p:spPr>
        <p:txBody>
          <a:bodyPr vert="horz" wrap="square" lIns="126000" tIns="0" rIns="12600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1" kern="0" spc="-40">
                <a:solidFill>
                  <a:schemeClr val="tx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왼쪽 소제목</a:t>
            </a:r>
          </a:p>
        </p:txBody>
      </p:sp>
      <p:sp>
        <p:nvSpPr>
          <p:cNvPr id="7" name="왼쪽 내용"/>
          <p:cNvSpPr>
            <a:spLocks noGrp="1"/>
          </p:cNvSpPr>
          <p:nvPr>
            <p:ph idx="16"/>
          </p:nvPr>
        </p:nvSpPr>
        <p:spPr>
          <a:xfrm>
            <a:off x="468000" y="1944000"/>
            <a:ext cx="5448060" cy="4446000"/>
          </a:xfrm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/>
              <a:t>항목 6개 이내 · 키워드 + 설명 1–2줄</a:t>
            </a:r>
          </a:p>
        </p:txBody>
      </p:sp>
      <p:sp>
        <p:nvSpPr>
          <p:cNvPr id="8" name="오른쪽 소제목"/>
          <p:cNvSpPr>
            <a:spLocks noGrp="1"/>
          </p:cNvSpPr>
          <p:nvPr>
            <p:ph type="body" idx="17"/>
          </p:nvPr>
        </p:nvSpPr>
        <p:spPr>
          <a:xfrm>
            <a:off x="6276060" y="1368000"/>
            <a:ext cx="5448060" cy="360000"/>
          </a:xfrm>
          <a:prstGeom prst="rect">
            <a:avLst/>
          </a:prstGeom>
          <a:solidFill>
            <a:srgbClr val="E7D9E4"/>
          </a:solidFill>
          <a:ln>
            <a:noFill/>
          </a:ln>
        </p:spPr>
        <p:txBody>
          <a:bodyPr vert="horz" wrap="square" lIns="126000" tIns="0" rIns="12600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1" kern="0" spc="-40">
                <a:solidFill>
                  <a:schemeClr val="tx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오른쪽 소제목</a:t>
            </a:r>
          </a:p>
        </p:txBody>
      </p:sp>
      <p:sp>
        <p:nvSpPr>
          <p:cNvPr id="9" name="오른쪽 내용"/>
          <p:cNvSpPr>
            <a:spLocks noGrp="1"/>
          </p:cNvSpPr>
          <p:nvPr>
            <p:ph idx="18"/>
          </p:nvPr>
        </p:nvSpPr>
        <p:spPr>
          <a:xfrm>
            <a:off x="6276060" y="1944000"/>
            <a:ext cx="5448060" cy="4446000"/>
          </a:xfrm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/>
              <a:t>항목 6개 이내 · 키워드 + 설명 1–2줄</a:t>
            </a:r>
          </a:p>
        </p:txBody>
      </p:sp>
      <p:sp>
        <p:nvSpPr>
          <p:cNvPr id="10" name="Slide Number"/>
          <p:cNvSpPr>
            <a:spLocks noGrp="1"/>
          </p:cNvSpPr>
          <p:nvPr>
            <p:ph type="sldNum" idx="12" sz="quarter"/>
          </p:nvPr>
        </p:nvSpPr>
        <p:spPr>
          <a:xfrm>
            <a:off x="10644120" y="6498000"/>
            <a:ext cx="1080000" cy="180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fld id="{B6F15528-21DE-4FAA-801E-634DDDAF4B2B}" type="slidenum">
              <a:rPr lang="ko-KR"/>
              <a:t>‹#›</a:t>
            </a:fld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cust" preserve="1">
  <p:cSld name="L6 마무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강조 막대"/>
          <p:cNvSpPr/>
          <p:nvPr userDrawn="1"/>
        </p:nvSpPr>
        <p:spPr>
          <a:xfrm>
            <a:off x="468000" y="1516500"/>
            <a:ext cx="576000" cy="576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/>
          <a:lstStyle/>
          <a:p>
            <a:endParaRPr lang="ko-KR"/>
          </a:p>
        </p:txBody>
      </p:sp>
      <p:sp>
        <p:nvSpPr>
          <p:cNvPr id="3" name="과제명"/>
          <p:cNvSpPr>
            <a:spLocks noGrp="1"/>
          </p:cNvSpPr>
          <p:nvPr>
            <p:ph type="ctrTitle"/>
          </p:nvPr>
        </p:nvSpPr>
        <p:spPr>
          <a:xfrm>
            <a:off x="468000" y="2110500"/>
            <a:ext cx="9004896" cy="1205971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8000"/>
              </a:lnSpc>
              <a:spcBef>
                <a:spcPts val="0"/>
              </a:spcBef>
              <a:buNone/>
              <a:defRPr lang="ko-KR" sz="4000" b="1" kern="0" spc="-80">
                <a:solidFill>
                  <a:schemeClr val="tx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감사합니다</a:t>
            </a:r>
          </a:p>
        </p:txBody>
      </p:sp>
      <p:sp>
        <p:nvSpPr>
          <p:cNvPr id="4" name="부제"/>
          <p:cNvSpPr>
            <a:spLocks noGrp="1"/>
          </p:cNvSpPr>
          <p:nvPr>
            <p:ph type="subTitle" idx="1"/>
          </p:nvPr>
        </p:nvSpPr>
        <p:spPr>
          <a:xfrm>
            <a:off x="468000" y="3568471"/>
            <a:ext cx="9004896" cy="504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2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과제명 한 줄</a:t>
            </a:r>
          </a:p>
        </p:txBody>
      </p:sp>
      <p:sp>
        <p:nvSpPr>
          <p:cNvPr id="5" name="발표자"/>
          <p:cNvSpPr>
            <a:spLocks noGrp="1"/>
          </p:cNvSpPr>
          <p:nvPr>
            <p:ph type="body" idx="14"/>
          </p:nvPr>
        </p:nvSpPr>
        <p:spPr>
          <a:xfrm>
            <a:off x="468000" y="4288471"/>
            <a:ext cx="6753672" cy="432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400" b="0" kern="0" spc="-2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발표자 · 연락처</a:t>
            </a:r>
          </a:p>
        </p:txBody>
      </p:sp>
      <p:sp>
        <p:nvSpPr>
          <p:cNvPr id="6" name="기관 로고 줄"/>
          <p:cNvSpPr>
            <a:spLocks noGrp="1"/>
          </p:cNvSpPr>
          <p:nvPr>
            <p:ph type="body" idx="15"/>
          </p:nvPr>
        </p:nvSpPr>
        <p:spPr>
          <a:xfrm>
            <a:off x="468000" y="6174000"/>
            <a:ext cx="11256120" cy="432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기관 로고 (이 줄에 한 줄로)</a:t>
            </a:r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68000" y="666000"/>
            <a:ext cx="11256120" cy="450000"/>
          </a:xfrm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ko-KR"/>
              <a:t>마스터 제목 스타일 편집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68000" y="1368000"/>
            <a:ext cx="11256120" cy="5022000"/>
          </a:xfrm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/>
              <a:t>마스터 텍스트 스타일을 편집합니다</a:t>
            </a:r>
          </a:p>
          <a:p>
            <a:r>
              <a:rPr lang="ko-KR"/>
              <a:t>둘째 수준</a:t>
            </a:r>
          </a:p>
          <a:p>
            <a:r>
              <a:rPr lang="ko-KR"/>
              <a:t>셋째 수준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>
          <a:xfrm>
            <a:off x="10644120" y="6498000"/>
            <a:ext cx="1080000" cy="180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fld id="{B6F15528-21DE-4FAA-801E-634DDDAF4B2B}" type="slidenum">
              <a:rPr lang="ko-KR"/>
              <a:t>‹#›</a:t>
            </a:fld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</p:sldLayoutIdLst>
  <p:txStyles>
    <p:titleStyle>
      <a:lvl1pPr marL="0" indent="0" algn="l">
        <a:lnSpc>
          <a:spcPct val="100000"/>
        </a:lnSpc>
        <a:spcBef>
          <a:spcPts val="0"/>
        </a:spcBef>
        <a:buNone/>
        <a:defRPr lang="ko-KR" sz="2800" b="1" kern="0" spc="-60">
          <a:solidFill>
            <a:schemeClr val="tx1"/>
          </a:solidFill>
          <a:latin typeface="+mj-lt"/>
          <a:ea typeface="+mj-ea"/>
        </a:defRPr>
      </a:lvl1pPr>
    </p:titleStyle>
    <p:bodyStyle>
      <a:lvl1pPr marL="0" indent="0" algn="l">
        <a:lnSpc>
          <a:spcPct val="120000"/>
        </a:lnSpc>
        <a:spcBef>
          <a:spcPts val="560"/>
        </a:spcBef>
        <a:buNone/>
        <a:defRPr lang="ko-KR" sz="1400" b="0" kern="0" spc="-40">
          <a:solidFill>
            <a:schemeClr val="tx1"/>
          </a:solidFill>
          <a:latin typeface="+mn-lt"/>
          <a:ea typeface="+mn-ea"/>
        </a:defRPr>
      </a:lvl1pPr>
      <a:lvl2pPr marL="162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–"/>
        <a:defRPr lang="ko-KR" sz="1400" b="0" kern="0" spc="-40">
          <a:solidFill>
            <a:schemeClr val="tx2"/>
          </a:solidFill>
          <a:latin typeface="+mn-lt"/>
          <a:ea typeface="+mn-ea"/>
        </a:defRPr>
      </a:lvl2pPr>
      <a:lvl3pPr marL="306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3pPr>
      <a:lvl4pPr marL="450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4pPr>
      <a:lvl5pPr marL="594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5pPr>
      <a:lvl6pPr marL="738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6pPr>
      <a:lvl7pPr marL="882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7pPr>
      <a:lvl8pPr marL="1026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8pPr>
      <a:lvl9pPr marL="1170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9pPr>
    </p:bodyStyle>
    <p:otherStyle>
      <a:defPPr marL="0" indent="0" algn="l">
        <a:lnSpc>
          <a:spcPct val="100000"/>
        </a:lnSpc>
        <a:spcBef>
          <a:spcPts val="0"/>
        </a:spcBef>
        <a:buNone/>
        <a:defRPr lang="ko-KR" sz="1400" b="0" kern="0" spc="-40">
          <a:solidFill>
            <a:schemeClr val="tx1"/>
          </a:solidFill>
          <a:latin typeface="+mn-lt"/>
          <a:ea typeface="+mn-ea"/>
        </a:defRPr>
      </a:def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연구 방법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공간 전사체의 세 가지 한계를 분석 단계마다 하나씩 푼다</a:t>
            </a:r>
          </a:p>
        </p:txBody>
      </p:sp>
      <p:sp>
        <p:nvSpPr>
          <p:cNvPr id="5" name="logic-02:head"/>
          <p:cNvSpPr txBox="1"/>
          <p:nvPr/>
        </p:nvSpPr>
        <p:spPr>
          <a:xfrm>
            <a:off x="468000" y="2061852"/>
            <a:ext cx="4202928" cy="291145"/>
          </a:xfrm>
          <a:prstGeom prst="rect">
            <a:avLst/>
          </a:prstGeom>
          <a:noFill/>
        </p:spPr>
        <p:txBody>
          <a:bodyPr wrap="square" lIns="0" rIns="0" tIns="0" bIns="0" anchor="b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6B7280"/>
                </a:solidFill>
              </a:rPr>
              <a:t>기존 공간 전사체의 한계</a:t>
            </a:r>
          </a:p>
        </p:txBody>
      </p:sp>
      <p:sp>
        <p:nvSpPr>
          <p:cNvPr id="6" name="logic-02:head"/>
          <p:cNvSpPr txBox="1"/>
          <p:nvPr/>
        </p:nvSpPr>
        <p:spPr>
          <a:xfrm>
            <a:off x="5419728" y="2061852"/>
            <a:ext cx="6304392" cy="291145"/>
          </a:xfrm>
          <a:prstGeom prst="rect">
            <a:avLst/>
          </a:prstGeom>
          <a:noFill/>
        </p:spPr>
        <p:txBody>
          <a:bodyPr wrap="square" lIns="0" rIns="0" tIns="0" bIns="0" anchor="b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이 연구의 해결</a:t>
            </a:r>
          </a:p>
        </p:txBody>
      </p:sp>
      <p:sp>
        <p:nvSpPr>
          <p:cNvPr id="7" name="logic-02:marker"/>
          <p:cNvSpPr/>
          <p:nvPr/>
        </p:nvSpPr>
        <p:spPr>
          <a:xfrm>
            <a:off x="468000" y="2688047"/>
            <a:ext cx="351000" cy="3510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 spc="-40">
                <a:solidFill>
                  <a:srgbClr val="6B7280"/>
                </a:solidFill>
              </a:rPr>
              <a:t>1</a:t>
            </a:r>
          </a:p>
        </p:txBody>
      </p:sp>
      <p:sp>
        <p:nvSpPr>
          <p:cNvPr id="8" name="logic-02:problem-text"/>
          <p:cNvSpPr txBox="1"/>
          <p:nvPr/>
        </p:nvSpPr>
        <p:spPr>
          <a:xfrm>
            <a:off x="982800" y="2493397"/>
            <a:ext cx="3547728" cy="7403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스팟 하나에 여러 세포가 섞임</a:t>
            </a:r>
          </a:p>
          <a:p>
            <a:pPr algn="l">
              <a:lnSpc>
                <a:spcPct val="120000"/>
              </a:lnSpc>
              <a:spcBef>
                <a:spcPts val="200"/>
              </a:spcBef>
            </a:pPr>
            <a:r>
              <a:rPr sz="1300" b="0" spc="-40">
                <a:solidFill>
                  <a:srgbClr val="6B7280"/>
                </a:solidFill>
              </a:rPr>
              <a:t>55 µm 스팟에 1–10개 세포</a:t>
            </a:r>
          </a:p>
        </p:txBody>
      </p:sp>
      <p:sp>
        <p:nvSpPr>
          <p:cNvPr id="9" name="logic-02:solution"/>
          <p:cNvSpPr/>
          <p:nvPr/>
        </p:nvSpPr>
        <p:spPr>
          <a:xfrm>
            <a:off x="5419728" y="2493397"/>
            <a:ext cx="6304392" cy="740300"/>
          </a:xfrm>
          <a:prstGeom prst="rect">
            <a:avLst/>
          </a:prstGeom>
          <a:solidFill>
            <a:srgbClr val="F2EAF0"/>
          </a:solidFill>
          <a:ln w="12700">
            <a:solidFill>
              <a:srgbClr val="7A2E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logic-02:marker"/>
          <p:cNvSpPr/>
          <p:nvPr/>
        </p:nvSpPr>
        <p:spPr>
          <a:xfrm>
            <a:off x="5653728" y="2688047"/>
            <a:ext cx="351000" cy="351000"/>
          </a:xfrm>
          <a:prstGeom prst="ellipse">
            <a:avLst/>
          </a:prstGeom>
          <a:solidFill>
            <a:srgbClr val="7A2E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 spc="-40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11" name="logic-02:solution-text"/>
          <p:cNvSpPr txBox="1"/>
          <p:nvPr/>
        </p:nvSpPr>
        <p:spPr>
          <a:xfrm>
            <a:off x="6168528" y="2493397"/>
            <a:ext cx="5321592" cy="7403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scRNA-seq 참조로 디컨볼루션</a:t>
            </a:r>
          </a:p>
          <a:p>
            <a:pPr algn="l">
              <a:lnSpc>
                <a:spcPct val="120000"/>
              </a:lnSpc>
              <a:spcBef>
                <a:spcPts val="200"/>
              </a:spcBef>
            </a:pPr>
            <a:r>
              <a:rPr sz="1300" b="0" spc="-40">
                <a:solidFill>
                  <a:srgbClr val="6B7280"/>
                </a:solidFill>
              </a:rPr>
              <a:t>같은 조직의 단일세포 지도로 스팟마다 세포 유형 비율을 추정</a:t>
            </a:r>
          </a:p>
        </p:txBody>
      </p:sp>
      <p:cxnSp>
        <p:nvCxnSpPr>
          <p:cNvPr id="12" name="logic-02:link"/>
          <p:cNvCxnSpPr/>
          <p:nvPr/>
        </p:nvCxnSpPr>
        <p:spPr>
          <a:xfrm>
            <a:off x="4741128" y="2863547"/>
            <a:ext cx="608400" cy="0"/>
          </a:xfrm>
          <a:prstGeom prst="line">
            <a:avLst/>
          </a:prstGeom>
          <a:ln w="9525">
            <a:solidFill>
              <a:srgbClr val="6B728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logic-02:row-rule"/>
          <p:cNvCxnSpPr/>
          <p:nvPr/>
        </p:nvCxnSpPr>
        <p:spPr>
          <a:xfrm>
            <a:off x="468000" y="3341697"/>
            <a:ext cx="4202928" cy="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logic-02:marker"/>
          <p:cNvSpPr/>
          <p:nvPr/>
        </p:nvSpPr>
        <p:spPr>
          <a:xfrm>
            <a:off x="468000" y="3644347"/>
            <a:ext cx="351000" cy="3510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 spc="-40">
                <a:solidFill>
                  <a:srgbClr val="6B7280"/>
                </a:solidFill>
              </a:rPr>
              <a:t>2</a:t>
            </a:r>
          </a:p>
        </p:txBody>
      </p:sp>
      <p:sp>
        <p:nvSpPr>
          <p:cNvPr id="15" name="logic-02:problem-text"/>
          <p:cNvSpPr txBox="1"/>
          <p:nvPr/>
        </p:nvSpPr>
        <p:spPr>
          <a:xfrm>
            <a:off x="982800" y="3449697"/>
            <a:ext cx="3547728" cy="7403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절편마다 배치 효과</a:t>
            </a:r>
          </a:p>
          <a:p>
            <a:pPr algn="l">
              <a:lnSpc>
                <a:spcPct val="120000"/>
              </a:lnSpc>
              <a:spcBef>
                <a:spcPts val="200"/>
              </a:spcBef>
            </a:pPr>
            <a:r>
              <a:rPr sz="1300" b="0" spc="-40">
                <a:solidFill>
                  <a:srgbClr val="6B7280"/>
                </a:solidFill>
              </a:rPr>
              <a:t>같은 환자도 절편끼리 군집이 갈림</a:t>
            </a:r>
          </a:p>
        </p:txBody>
      </p:sp>
      <p:sp>
        <p:nvSpPr>
          <p:cNvPr id="16" name="logic-02:solution"/>
          <p:cNvSpPr/>
          <p:nvPr/>
        </p:nvSpPr>
        <p:spPr>
          <a:xfrm>
            <a:off x="5419728" y="3449697"/>
            <a:ext cx="6304392" cy="740300"/>
          </a:xfrm>
          <a:prstGeom prst="rect">
            <a:avLst/>
          </a:prstGeom>
          <a:solidFill>
            <a:srgbClr val="FFFFFF"/>
          </a:solidFill>
          <a:ln w="9525">
            <a:solidFill>
              <a:srgbClr val="E2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logic-02:marker"/>
          <p:cNvSpPr/>
          <p:nvPr/>
        </p:nvSpPr>
        <p:spPr>
          <a:xfrm>
            <a:off x="5653728" y="3644347"/>
            <a:ext cx="351000" cy="3510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7A2E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 spc="-40">
                <a:solidFill>
                  <a:srgbClr val="7A2E6B"/>
                </a:solidFill>
              </a:rPr>
              <a:t>2</a:t>
            </a:r>
          </a:p>
        </p:txBody>
      </p:sp>
      <p:sp>
        <p:nvSpPr>
          <p:cNvPr id="18" name="logic-02:solution-text"/>
          <p:cNvSpPr txBox="1"/>
          <p:nvPr/>
        </p:nvSpPr>
        <p:spPr>
          <a:xfrm>
            <a:off x="6168528" y="3449697"/>
            <a:ext cx="5321592" cy="7403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절편 통합 후 공간 군집</a:t>
            </a:r>
          </a:p>
          <a:p>
            <a:pPr algn="l">
              <a:lnSpc>
                <a:spcPct val="120000"/>
              </a:lnSpc>
              <a:spcBef>
                <a:spcPts val="200"/>
              </a:spcBef>
            </a:pPr>
            <a:r>
              <a:rPr sz="1300" b="0" spc="-40">
                <a:solidFill>
                  <a:srgbClr val="6B7280"/>
                </a:solidFill>
              </a:rPr>
              <a:t>절편 12장을 한 공간에 맞춘 뒤 이웃 정보로 영역을 나눈다</a:t>
            </a:r>
          </a:p>
        </p:txBody>
      </p:sp>
      <p:cxnSp>
        <p:nvCxnSpPr>
          <p:cNvPr id="19" name="logic-02:link"/>
          <p:cNvCxnSpPr/>
          <p:nvPr/>
        </p:nvCxnSpPr>
        <p:spPr>
          <a:xfrm>
            <a:off x="4741128" y="3819847"/>
            <a:ext cx="608400" cy="0"/>
          </a:xfrm>
          <a:prstGeom prst="line">
            <a:avLst/>
          </a:prstGeom>
          <a:ln w="9525">
            <a:solidFill>
              <a:srgbClr val="6B728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logic-02:row-rule"/>
          <p:cNvCxnSpPr/>
          <p:nvPr/>
        </p:nvCxnSpPr>
        <p:spPr>
          <a:xfrm>
            <a:off x="468000" y="4297997"/>
            <a:ext cx="4202928" cy="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logic-02:marker"/>
          <p:cNvSpPr/>
          <p:nvPr/>
        </p:nvSpPr>
        <p:spPr>
          <a:xfrm>
            <a:off x="468000" y="4600648"/>
            <a:ext cx="351000" cy="3510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 spc="-40">
                <a:solidFill>
                  <a:srgbClr val="6B7280"/>
                </a:solidFill>
              </a:rPr>
              <a:t>3</a:t>
            </a:r>
          </a:p>
        </p:txBody>
      </p:sp>
      <p:sp>
        <p:nvSpPr>
          <p:cNvPr id="22" name="logic-02:problem-text"/>
          <p:cNvSpPr txBox="1"/>
          <p:nvPr/>
        </p:nvSpPr>
        <p:spPr>
          <a:xfrm>
            <a:off x="982800" y="4405997"/>
            <a:ext cx="3547728" cy="7403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세포 간 상호작용을 직접 못 봄</a:t>
            </a:r>
          </a:p>
          <a:p>
            <a:pPr algn="l">
              <a:lnSpc>
                <a:spcPct val="120000"/>
              </a:lnSpc>
              <a:spcBef>
                <a:spcPts val="200"/>
              </a:spcBef>
            </a:pPr>
            <a:r>
              <a:rPr sz="1300" b="0" spc="-40">
                <a:solidFill>
                  <a:srgbClr val="6B7280"/>
                </a:solidFill>
              </a:rPr>
              <a:t>발현만으로는 누가 누구와 맞닿는지 모른다</a:t>
            </a:r>
          </a:p>
        </p:txBody>
      </p:sp>
      <p:sp>
        <p:nvSpPr>
          <p:cNvPr id="23" name="logic-02:solution"/>
          <p:cNvSpPr/>
          <p:nvPr/>
        </p:nvSpPr>
        <p:spPr>
          <a:xfrm>
            <a:off x="5419728" y="4405997"/>
            <a:ext cx="6304392" cy="740300"/>
          </a:xfrm>
          <a:prstGeom prst="rect">
            <a:avLst/>
          </a:prstGeom>
          <a:solidFill>
            <a:srgbClr val="FFFFFF"/>
          </a:solidFill>
          <a:ln w="9525">
            <a:solidFill>
              <a:srgbClr val="E2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4" name="logic-02:marker"/>
          <p:cNvSpPr/>
          <p:nvPr/>
        </p:nvSpPr>
        <p:spPr>
          <a:xfrm>
            <a:off x="5653728" y="4600648"/>
            <a:ext cx="351000" cy="3510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7A2E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 spc="-40">
                <a:solidFill>
                  <a:srgbClr val="7A2E6B"/>
                </a:solidFill>
              </a:rPr>
              <a:t>3</a:t>
            </a:r>
          </a:p>
        </p:txBody>
      </p:sp>
      <p:sp>
        <p:nvSpPr>
          <p:cNvPr id="25" name="logic-02:solution-text"/>
          <p:cNvSpPr txBox="1"/>
          <p:nvPr/>
        </p:nvSpPr>
        <p:spPr>
          <a:xfrm>
            <a:off x="6168528" y="4405997"/>
            <a:ext cx="5321592" cy="7403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인접 스팟 리간드-수용체 분석</a:t>
            </a:r>
          </a:p>
          <a:p>
            <a:pPr algn="l">
              <a:lnSpc>
                <a:spcPct val="120000"/>
              </a:lnSpc>
              <a:spcBef>
                <a:spcPts val="200"/>
              </a:spcBef>
            </a:pPr>
            <a:r>
              <a:rPr sz="1300" b="0" spc="-40">
                <a:solidFill>
                  <a:srgbClr val="6B7280"/>
                </a:solidFill>
              </a:rPr>
              <a:t>맞닿은 스팟 쌍에서만 리간드와 수용체 발현을 짝짓는다</a:t>
            </a:r>
          </a:p>
        </p:txBody>
      </p:sp>
      <p:cxnSp>
        <p:nvCxnSpPr>
          <p:cNvPr id="26" name="logic-02:link"/>
          <p:cNvCxnSpPr/>
          <p:nvPr/>
        </p:nvCxnSpPr>
        <p:spPr>
          <a:xfrm>
            <a:off x="4741128" y="4776148"/>
            <a:ext cx="608400" cy="0"/>
          </a:xfrm>
          <a:prstGeom prst="line">
            <a:avLst/>
          </a:prstGeom>
          <a:ln w="9525">
            <a:solidFill>
              <a:srgbClr val="6B728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00" name="쪽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ko-KR"/>
              <a:t>1</a:t>
            </a:fld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코호트 설계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작은 단일기관 코호트의 두 한계를 다기관 설계로 푼다</a:t>
            </a:r>
          </a:p>
        </p:txBody>
      </p:sp>
      <p:sp>
        <p:nvSpPr>
          <p:cNvPr id="5" name="logic-02:marker"/>
          <p:cNvSpPr/>
          <p:nvPr/>
        </p:nvSpPr>
        <p:spPr>
          <a:xfrm>
            <a:off x="468000" y="2513268"/>
            <a:ext cx="351000" cy="3510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 spc="-40">
                <a:solidFill>
                  <a:srgbClr val="6B7280"/>
                </a:solidFill>
              </a:rPr>
              <a:t>1</a:t>
            </a:r>
          </a:p>
        </p:txBody>
      </p:sp>
      <p:sp>
        <p:nvSpPr>
          <p:cNvPr id="6" name="logic-02:problem-text"/>
          <p:cNvSpPr txBox="1"/>
          <p:nvPr/>
        </p:nvSpPr>
        <p:spPr>
          <a:xfrm>
            <a:off x="982800" y="2419668"/>
            <a:ext cx="3547728" cy="5382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표본 수 부족 (n = 48)</a:t>
            </a:r>
          </a:p>
        </p:txBody>
      </p:sp>
      <p:sp>
        <p:nvSpPr>
          <p:cNvPr id="7" name="logic-02:solution"/>
          <p:cNvSpPr/>
          <p:nvPr/>
        </p:nvSpPr>
        <p:spPr>
          <a:xfrm>
            <a:off x="5419728" y="2419668"/>
            <a:ext cx="6304392" cy="538200"/>
          </a:xfrm>
          <a:prstGeom prst="rect">
            <a:avLst/>
          </a:prstGeom>
          <a:solidFill>
            <a:srgbClr val="FFFFFF"/>
          </a:solidFill>
          <a:ln w="9525">
            <a:solidFill>
              <a:srgbClr val="E2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logic-02:marker"/>
          <p:cNvSpPr/>
          <p:nvPr/>
        </p:nvSpPr>
        <p:spPr>
          <a:xfrm>
            <a:off x="5653728" y="2513268"/>
            <a:ext cx="351000" cy="3510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7A2E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 spc="-40">
                <a:solidFill>
                  <a:srgbClr val="7A2E6B"/>
                </a:solidFill>
              </a:rPr>
              <a:t>1</a:t>
            </a:r>
          </a:p>
        </p:txBody>
      </p:sp>
      <p:sp>
        <p:nvSpPr>
          <p:cNvPr id="9" name="logic-02:solution-text"/>
          <p:cNvSpPr txBox="1"/>
          <p:nvPr/>
        </p:nvSpPr>
        <p:spPr>
          <a:xfrm>
            <a:off x="6168528" y="2419668"/>
            <a:ext cx="5321592" cy="5382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3개 기관 공동 모집으로 n = 300</a:t>
            </a:r>
          </a:p>
        </p:txBody>
      </p:sp>
      <p:cxnSp>
        <p:nvCxnSpPr>
          <p:cNvPr id="10" name="logic-02:link"/>
          <p:cNvCxnSpPr/>
          <p:nvPr/>
        </p:nvCxnSpPr>
        <p:spPr>
          <a:xfrm>
            <a:off x="4741128" y="2688768"/>
            <a:ext cx="608400" cy="0"/>
          </a:xfrm>
          <a:prstGeom prst="line">
            <a:avLst/>
          </a:prstGeom>
          <a:ln w="9525">
            <a:solidFill>
              <a:srgbClr val="6B728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logic-02:row-rule"/>
          <p:cNvCxnSpPr/>
          <p:nvPr/>
        </p:nvCxnSpPr>
        <p:spPr>
          <a:xfrm>
            <a:off x="468000" y="3065868"/>
            <a:ext cx="4202928" cy="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logic-02:marker"/>
          <p:cNvSpPr/>
          <p:nvPr/>
        </p:nvSpPr>
        <p:spPr>
          <a:xfrm>
            <a:off x="468000" y="3267468"/>
            <a:ext cx="351000" cy="3510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 spc="-40">
                <a:solidFill>
                  <a:srgbClr val="6B7280"/>
                </a:solidFill>
              </a:rPr>
              <a:t>2</a:t>
            </a:r>
          </a:p>
        </p:txBody>
      </p:sp>
      <p:sp>
        <p:nvSpPr>
          <p:cNvPr id="13" name="logic-02:problem-text"/>
          <p:cNvSpPr txBox="1"/>
          <p:nvPr/>
        </p:nvSpPr>
        <p:spPr>
          <a:xfrm>
            <a:off x="982800" y="3173868"/>
            <a:ext cx="3547728" cy="5382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외부 검증 없음</a:t>
            </a:r>
          </a:p>
        </p:txBody>
      </p:sp>
      <p:sp>
        <p:nvSpPr>
          <p:cNvPr id="14" name="logic-02:solution"/>
          <p:cNvSpPr/>
          <p:nvPr/>
        </p:nvSpPr>
        <p:spPr>
          <a:xfrm>
            <a:off x="5419728" y="3173868"/>
            <a:ext cx="6304392" cy="538200"/>
          </a:xfrm>
          <a:prstGeom prst="rect">
            <a:avLst/>
          </a:prstGeom>
          <a:solidFill>
            <a:srgbClr val="F2EAF0"/>
          </a:solidFill>
          <a:ln w="12700">
            <a:solidFill>
              <a:srgbClr val="7A2E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logic-02:marker"/>
          <p:cNvSpPr/>
          <p:nvPr/>
        </p:nvSpPr>
        <p:spPr>
          <a:xfrm>
            <a:off x="5653728" y="3267468"/>
            <a:ext cx="351000" cy="351000"/>
          </a:xfrm>
          <a:prstGeom prst="ellipse">
            <a:avLst/>
          </a:prstGeom>
          <a:solidFill>
            <a:srgbClr val="7A2E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 spc="-40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6" name="logic-02:solution-text"/>
          <p:cNvSpPr txBox="1"/>
          <p:nvPr/>
        </p:nvSpPr>
        <p:spPr>
          <a:xfrm>
            <a:off x="6168528" y="3173868"/>
            <a:ext cx="5321592" cy="5382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기관 하나를 통째로 검증 코호트로</a:t>
            </a:r>
          </a:p>
        </p:txBody>
      </p:sp>
      <p:cxnSp>
        <p:nvCxnSpPr>
          <p:cNvPr id="17" name="logic-02:link"/>
          <p:cNvCxnSpPr/>
          <p:nvPr/>
        </p:nvCxnSpPr>
        <p:spPr>
          <a:xfrm>
            <a:off x="4741128" y="3442968"/>
            <a:ext cx="608400" cy="0"/>
          </a:xfrm>
          <a:prstGeom prst="line">
            <a:avLst/>
          </a:prstGeom>
          <a:ln w="9525">
            <a:solidFill>
              <a:srgbClr val="6B728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clusion:line"/>
          <p:cNvCxnSpPr/>
          <p:nvPr/>
        </p:nvCxnSpPr>
        <p:spPr>
          <a:xfrm>
            <a:off x="468000" y="3928068"/>
            <a:ext cx="11256120" cy="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conclusion:text"/>
          <p:cNvSpPr txBox="1"/>
          <p:nvPr/>
        </p:nvSpPr>
        <p:spPr>
          <a:xfrm>
            <a:off x="468000" y="4126068"/>
            <a:ext cx="11256120" cy="30459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5000"/>
              </a:lnSpc>
            </a:pPr>
            <a:r>
              <a:rPr sz="1400" b="0" spc="-40">
                <a:solidFill>
                  <a:srgbClr val="6B7280"/>
                </a:solidFill>
              </a:rPr>
              <a:t>모집 기간은 18개월에서 24개월로 늘지만, 결과를 다른 기관에 그대로 적용할 수 있다.</a:t>
            </a:r>
          </a:p>
        </p:txBody>
      </p:sp>
      <p:sp>
        <p:nvSpPr>
          <p:cNvPr id="900" name="쪽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ko-KR"/>
              <a:t>2</a:t>
            </a:fld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이미징 분석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칼슘 이미징 분석의 병목 세 곳을 자동화로 줄였다</a:t>
            </a:r>
          </a:p>
        </p:txBody>
      </p:sp>
      <p:sp>
        <p:nvSpPr>
          <p:cNvPr id="5" name="logic-02:marker"/>
          <p:cNvSpPr/>
          <p:nvPr/>
        </p:nvSpPr>
        <p:spPr>
          <a:xfrm>
            <a:off x="468000" y="2400350"/>
            <a:ext cx="351000" cy="3510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 spc="-40">
                <a:solidFill>
                  <a:srgbClr val="6B7280"/>
                </a:solidFill>
              </a:rPr>
              <a:t>1</a:t>
            </a:r>
          </a:p>
        </p:txBody>
      </p:sp>
      <p:sp>
        <p:nvSpPr>
          <p:cNvPr id="6" name="logic-02:problem-text"/>
          <p:cNvSpPr txBox="1"/>
          <p:nvPr/>
        </p:nvSpPr>
        <p:spPr>
          <a:xfrm>
            <a:off x="982800" y="2205700"/>
            <a:ext cx="3547728" cy="7403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움직임 보정을 손으로</a:t>
            </a:r>
          </a:p>
          <a:p>
            <a:pPr algn="l">
              <a:lnSpc>
                <a:spcPct val="120000"/>
              </a:lnSpc>
              <a:spcBef>
                <a:spcPts val="200"/>
              </a:spcBef>
            </a:pPr>
            <a:r>
              <a:rPr sz="1300" b="0" spc="-40">
                <a:solidFill>
                  <a:srgbClr val="6B7280"/>
                </a:solidFill>
              </a:rPr>
              <a:t>영상 하나에 30분</a:t>
            </a:r>
          </a:p>
        </p:txBody>
      </p:sp>
      <p:sp>
        <p:nvSpPr>
          <p:cNvPr id="7" name="logic-02:solution"/>
          <p:cNvSpPr/>
          <p:nvPr/>
        </p:nvSpPr>
        <p:spPr>
          <a:xfrm>
            <a:off x="5419728" y="2205700"/>
            <a:ext cx="6304392" cy="740300"/>
          </a:xfrm>
          <a:prstGeom prst="rect">
            <a:avLst/>
          </a:prstGeom>
          <a:solidFill>
            <a:srgbClr val="FFFFFF"/>
          </a:solidFill>
          <a:ln w="9525">
            <a:solidFill>
              <a:srgbClr val="E2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logic-02:marker"/>
          <p:cNvSpPr/>
          <p:nvPr/>
        </p:nvSpPr>
        <p:spPr>
          <a:xfrm>
            <a:off x="5653728" y="2400350"/>
            <a:ext cx="351000" cy="3510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7A2E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 spc="-40">
                <a:solidFill>
                  <a:srgbClr val="7A2E6B"/>
                </a:solidFill>
              </a:rPr>
              <a:t>1</a:t>
            </a:r>
          </a:p>
        </p:txBody>
      </p:sp>
      <p:sp>
        <p:nvSpPr>
          <p:cNvPr id="9" name="logic-02:solution-text"/>
          <p:cNvSpPr txBox="1"/>
          <p:nvPr/>
        </p:nvSpPr>
        <p:spPr>
          <a:xfrm>
            <a:off x="6168528" y="2205700"/>
            <a:ext cx="5321592" cy="7403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NoRMCorre 자동 보정</a:t>
            </a:r>
          </a:p>
          <a:p>
            <a:pPr algn="l">
              <a:lnSpc>
                <a:spcPct val="120000"/>
              </a:lnSpc>
              <a:spcBef>
                <a:spcPts val="200"/>
              </a:spcBef>
            </a:pPr>
            <a:r>
              <a:rPr sz="1300" b="0" spc="-40">
                <a:solidFill>
                  <a:srgbClr val="6B7280"/>
                </a:solidFill>
              </a:rPr>
              <a:t>영상 하나에 2분, 결과를 사람이 확인만 한다</a:t>
            </a:r>
          </a:p>
        </p:txBody>
      </p:sp>
      <p:cxnSp>
        <p:nvCxnSpPr>
          <p:cNvPr id="10" name="logic-02:link"/>
          <p:cNvCxnSpPr/>
          <p:nvPr/>
        </p:nvCxnSpPr>
        <p:spPr>
          <a:xfrm>
            <a:off x="4741128" y="2575850"/>
            <a:ext cx="608400" cy="0"/>
          </a:xfrm>
          <a:prstGeom prst="line">
            <a:avLst/>
          </a:prstGeom>
          <a:ln w="9525">
            <a:solidFill>
              <a:srgbClr val="6B728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logic-02:row-rule"/>
          <p:cNvCxnSpPr/>
          <p:nvPr/>
        </p:nvCxnSpPr>
        <p:spPr>
          <a:xfrm>
            <a:off x="468000" y="3054000"/>
            <a:ext cx="4202928" cy="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logic-02:marker"/>
          <p:cNvSpPr/>
          <p:nvPr/>
        </p:nvSpPr>
        <p:spPr>
          <a:xfrm>
            <a:off x="468000" y="3356650"/>
            <a:ext cx="351000" cy="3510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 spc="-40">
                <a:solidFill>
                  <a:srgbClr val="6B7280"/>
                </a:solidFill>
              </a:rPr>
              <a:t>2</a:t>
            </a:r>
          </a:p>
        </p:txBody>
      </p:sp>
      <p:sp>
        <p:nvSpPr>
          <p:cNvPr id="13" name="logic-02:problem-text"/>
          <p:cNvSpPr txBox="1"/>
          <p:nvPr/>
        </p:nvSpPr>
        <p:spPr>
          <a:xfrm>
            <a:off x="982800" y="3162000"/>
            <a:ext cx="3547728" cy="7403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세포 윤곽을 손으로 그림</a:t>
            </a:r>
          </a:p>
          <a:p>
            <a:pPr algn="l">
              <a:lnSpc>
                <a:spcPct val="120000"/>
              </a:lnSpc>
              <a:spcBef>
                <a:spcPts val="200"/>
              </a:spcBef>
            </a:pPr>
            <a:r>
              <a:rPr sz="1300" b="0" spc="-40">
                <a:solidFill>
                  <a:srgbClr val="6B7280"/>
                </a:solidFill>
              </a:rPr>
              <a:t>사람마다 결과가 다르다</a:t>
            </a:r>
          </a:p>
        </p:txBody>
      </p:sp>
      <p:sp>
        <p:nvSpPr>
          <p:cNvPr id="14" name="logic-02:solution"/>
          <p:cNvSpPr/>
          <p:nvPr/>
        </p:nvSpPr>
        <p:spPr>
          <a:xfrm>
            <a:off x="5419728" y="3162000"/>
            <a:ext cx="6304392" cy="740300"/>
          </a:xfrm>
          <a:prstGeom prst="rect">
            <a:avLst/>
          </a:prstGeom>
          <a:solidFill>
            <a:srgbClr val="FFFFFF"/>
          </a:solidFill>
          <a:ln w="9525">
            <a:solidFill>
              <a:srgbClr val="E2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logic-02:marker"/>
          <p:cNvSpPr/>
          <p:nvPr/>
        </p:nvSpPr>
        <p:spPr>
          <a:xfrm>
            <a:off x="5653728" y="3356650"/>
            <a:ext cx="351000" cy="3510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7A2E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 spc="-40">
                <a:solidFill>
                  <a:srgbClr val="7A2E6B"/>
                </a:solidFill>
              </a:rPr>
              <a:t>2</a:t>
            </a:r>
          </a:p>
        </p:txBody>
      </p:sp>
      <p:sp>
        <p:nvSpPr>
          <p:cNvPr id="16" name="logic-02:solution-text"/>
          <p:cNvSpPr txBox="1"/>
          <p:nvPr/>
        </p:nvSpPr>
        <p:spPr>
          <a:xfrm>
            <a:off x="6168528" y="3162000"/>
            <a:ext cx="5321592" cy="7403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Suite2p 로 세포 검출</a:t>
            </a:r>
          </a:p>
          <a:p>
            <a:pPr algn="l">
              <a:lnSpc>
                <a:spcPct val="120000"/>
              </a:lnSpc>
              <a:spcBef>
                <a:spcPts val="200"/>
              </a:spcBef>
            </a:pPr>
            <a:r>
              <a:rPr sz="1300" b="0" spc="-40">
                <a:solidFill>
                  <a:srgbClr val="6B7280"/>
                </a:solidFill>
              </a:rPr>
              <a:t>같은 설정이면 누가 돌려도 같은 세포가 나온다</a:t>
            </a:r>
          </a:p>
        </p:txBody>
      </p:sp>
      <p:cxnSp>
        <p:nvCxnSpPr>
          <p:cNvPr id="17" name="logic-02:link"/>
          <p:cNvCxnSpPr/>
          <p:nvPr/>
        </p:nvCxnSpPr>
        <p:spPr>
          <a:xfrm>
            <a:off x="4741128" y="3532150"/>
            <a:ext cx="608400" cy="0"/>
          </a:xfrm>
          <a:prstGeom prst="line">
            <a:avLst/>
          </a:prstGeom>
          <a:ln w="9525">
            <a:solidFill>
              <a:srgbClr val="6B728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logic-02:row-rule"/>
          <p:cNvCxnSpPr/>
          <p:nvPr/>
        </p:nvCxnSpPr>
        <p:spPr>
          <a:xfrm>
            <a:off x="468000" y="4010300"/>
            <a:ext cx="4202928" cy="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logic-02:marker"/>
          <p:cNvSpPr/>
          <p:nvPr/>
        </p:nvSpPr>
        <p:spPr>
          <a:xfrm>
            <a:off x="468000" y="4312951"/>
            <a:ext cx="351000" cy="3510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 spc="-40">
                <a:solidFill>
                  <a:srgbClr val="6B7280"/>
                </a:solidFill>
              </a:rPr>
              <a:t>3</a:t>
            </a:r>
          </a:p>
        </p:txBody>
      </p:sp>
      <p:sp>
        <p:nvSpPr>
          <p:cNvPr id="20" name="logic-02:problem-text"/>
          <p:cNvSpPr txBox="1"/>
          <p:nvPr/>
        </p:nvSpPr>
        <p:spPr>
          <a:xfrm>
            <a:off x="982800" y="4118300"/>
            <a:ext cx="3547728" cy="7403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신호 해석 기준이 제각각</a:t>
            </a:r>
          </a:p>
          <a:p>
            <a:pPr algn="l">
              <a:lnSpc>
                <a:spcPct val="120000"/>
              </a:lnSpc>
              <a:spcBef>
                <a:spcPts val="200"/>
              </a:spcBef>
            </a:pPr>
            <a:r>
              <a:rPr sz="1300" b="0" spc="-40">
                <a:solidFill>
                  <a:srgbClr val="6B7280"/>
                </a:solidFill>
              </a:rPr>
              <a:t>ΔF/F 기준선을 매번 다르게 잡음</a:t>
            </a:r>
          </a:p>
        </p:txBody>
      </p:sp>
      <p:sp>
        <p:nvSpPr>
          <p:cNvPr id="21" name="logic-02:solution"/>
          <p:cNvSpPr/>
          <p:nvPr/>
        </p:nvSpPr>
        <p:spPr>
          <a:xfrm>
            <a:off x="5419728" y="4118300"/>
            <a:ext cx="6304392" cy="740300"/>
          </a:xfrm>
          <a:prstGeom prst="rect">
            <a:avLst/>
          </a:prstGeom>
          <a:solidFill>
            <a:srgbClr val="FFFFFF"/>
          </a:solidFill>
          <a:ln w="9525">
            <a:solidFill>
              <a:srgbClr val="E2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logic-02:marker"/>
          <p:cNvSpPr/>
          <p:nvPr/>
        </p:nvSpPr>
        <p:spPr>
          <a:xfrm>
            <a:off x="5653728" y="4312951"/>
            <a:ext cx="351000" cy="3510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7A2E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 spc="-40">
                <a:solidFill>
                  <a:srgbClr val="7A2E6B"/>
                </a:solidFill>
              </a:rPr>
              <a:t>3</a:t>
            </a:r>
          </a:p>
        </p:txBody>
      </p:sp>
      <p:sp>
        <p:nvSpPr>
          <p:cNvPr id="23" name="logic-02:solution-text"/>
          <p:cNvSpPr txBox="1"/>
          <p:nvPr/>
        </p:nvSpPr>
        <p:spPr>
          <a:xfrm>
            <a:off x="6168528" y="4118300"/>
            <a:ext cx="5321592" cy="7403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기준선 계산을 한 함수로</a:t>
            </a:r>
          </a:p>
          <a:p>
            <a:pPr algn="l">
              <a:lnSpc>
                <a:spcPct val="120000"/>
              </a:lnSpc>
              <a:spcBef>
                <a:spcPts val="200"/>
              </a:spcBef>
            </a:pPr>
            <a:r>
              <a:rPr sz="1300" b="0" spc="-40">
                <a:solidFill>
                  <a:srgbClr val="6B7280"/>
                </a:solidFill>
              </a:rPr>
              <a:t>랩 공용 패키지에 넣어 모두 같은 기준을 쓴다</a:t>
            </a:r>
          </a:p>
        </p:txBody>
      </p:sp>
      <p:cxnSp>
        <p:nvCxnSpPr>
          <p:cNvPr id="24" name="logic-02:link"/>
          <p:cNvCxnSpPr/>
          <p:nvPr/>
        </p:nvCxnSpPr>
        <p:spPr>
          <a:xfrm>
            <a:off x="4741128" y="4488451"/>
            <a:ext cx="608400" cy="0"/>
          </a:xfrm>
          <a:prstGeom prst="line">
            <a:avLst/>
          </a:prstGeom>
          <a:ln w="9525">
            <a:solidFill>
              <a:srgbClr val="6B728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00" name="쪽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ko-KR"/>
              <a:t>3</a:t>
            </a:fld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HaLab 플럼 클린 16:9">
  <a:themeElements>
    <a:clrScheme name="HaLab 플럼 클린 16:9">
      <a:dk1>
        <a:srgbClr val="262B33"/>
      </a:dk1>
      <a:lt1>
        <a:srgbClr val="FFFFFF"/>
      </a:lt1>
      <a:dk2>
        <a:srgbClr val="6B7280"/>
      </a:dk2>
      <a:lt2>
        <a:srgbClr val="FBFBFB"/>
      </a:lt2>
      <a:accent1>
        <a:srgbClr val="7A2E6B"/>
      </a:accent1>
      <a:accent2>
        <a:srgbClr val="A9779F"/>
      </a:accent2>
      <a:accent3>
        <a:srgbClr val="CAABC4"/>
      </a:accent3>
      <a:accent4>
        <a:srgbClr val="2BB3A6"/>
      </a:accent4>
      <a:accent5>
        <a:srgbClr val="CAABC4"/>
      </a:accent5>
      <a:accent6>
        <a:srgbClr val="E2E5EA"/>
      </a:accent6>
      <a:hlink>
        <a:srgbClr val="7A2E6B"/>
      </a:hlink>
      <a:folHlink>
        <a:srgbClr val="CAABC4"/>
      </a:folHlink>
    </a:clrScheme>
    <a:fontScheme name="Pretendard">
      <a:majorFont>
        <a:latin typeface="Pretendard"/>
        <a:ea typeface="Pretendard"/>
        <a:cs typeface=""/>
        <a:font script="Hang" typeface="Pretendard"/>
      </a:majorFont>
      <a:minorFont>
        <a:latin typeface="Pretendard"/>
        <a:ea typeface="Pretendard"/>
        <a:cs typeface=""/>
        <a:font script="Hang" typeface="Pretendard"/>
      </a:minorFont>
    </a:fontScheme>
    <a:fmtScheme name="HaLab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9525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  <a:objectDefaults>
    <a:spDef>
      <a:spPr>
        <a:solidFill>
          <a:schemeClr val="bg1"/>
        </a:solidFill>
        <a:ln w="9525">
          <a:solidFill>
            <a:schemeClr val="accent6"/>
          </a:solidFill>
        </a:ln>
      </a:spPr>
      <a:bodyPr rtlCol="0" anchor="ctr"/>
      <a:lstStyle>
        <a:defPPr algn="ctr">
          <a:defRPr lang="ko-KR"/>
        </a:defPPr>
      </a:lstStyle>
      <a:style>
        <a:lnRef idx="0">
          <a:schemeClr val="accent6"/>
        </a:lnRef>
        <a:fillRef idx="0">
          <a:schemeClr val="bg1"/>
        </a:fillRef>
        <a:effectRef idx="0">
          <a:schemeClr val="accent1"/>
        </a:effectRef>
        <a:fontRef idx="minor">
          <a:schemeClr val="tx1"/>
        </a:fontRef>
      </a:style>
    </a:spDef>
    <a:lnDef>
      <a:spPr>
        <a:ln w="9525">
          <a:solidFill>
            <a:schemeClr val="tx2"/>
          </a:solidFill>
        </a:ln>
      </a:spPr>
      <a:bodyPr/>
      <a:lstStyle/>
      <a:style>
        <a:lnRef idx="0">
          <a:schemeClr val="tx2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lIns="0" tIns="0" rIns="0" bIns="0" rtlCol="0">
        <a:spAutoFit/>
      </a:bodyPr>
      <a:lstStyle>
        <a:defPPr>
          <a:lnSpc>
            <a:spcPct val="120000"/>
          </a:lnSpc>
          <a:defRPr lang="ko-KR" spc="-40"/>
        </a:defPPr>
      </a:lstStyle>
    </a:tx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>
  <Application>Microsoft Office PowerPoint</Application>
  <Slides>0</Slide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:title>HaLab 틸 클린 16:9</dc:title>
  <dc:creator>HaLab</dc:creator>
</cp:coreProperties>
</file>