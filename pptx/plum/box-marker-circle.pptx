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CAABC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ellipse">
            <a:avLst/>
          </a:prstGeom>
          <a:solidFill>
            <a:srgbClr val="7A2E6B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7A2E6B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