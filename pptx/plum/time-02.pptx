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첫 논문까지 1년 반을 잡아요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2821765"/>
            <a:ext cx="11256120" cy="149760"/>
          </a:xfrm>
          <a:prstGeom prst="rect">
            <a:avLst/>
          </a:prstGeom>
          <a:gradFill rotWithShape="1">
            <a:gsLst>
              <a:gs pos="0">
                <a:srgbClr val="7A2E6B"/>
              </a:gs>
              <a:gs pos="100000">
                <a:srgbClr val="CAABC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43646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4634469"/>
            <a:ext cx="7944687" cy="641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주제를 정한 뒤에는 결과가 나오는 대로 랩미팅에서 보여 주고 피드백을 받아요.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6B7280"/>
                </a:solidFill>
              </a:rPr>
              <a:t>학회 포스터 초록은 내기 1주 전에 미리 알려 주세요.</a:t>
            </a:r>
          </a:p>
        </p:txBody>
      </p:sp>
      <p:sp>
        <p:nvSpPr>
          <p:cNvPr id="33" name="conclusion:callout"/>
          <p:cNvSpPr/>
          <p:nvPr/>
        </p:nvSpPr>
        <p:spPr>
          <a:xfrm>
            <a:off x="8628687" y="4634469"/>
            <a:ext cx="3095433" cy="864000"/>
          </a:xfrm>
          <a:prstGeom prst="rect">
            <a:avLst/>
          </a:prstGeom>
          <a:solidFill>
            <a:srgbClr val="2B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conclusion:callout-text"/>
          <p:cNvSpPr txBox="1"/>
          <p:nvPr/>
        </p:nvSpPr>
        <p:spPr>
          <a:xfrm>
            <a:off x="8736687" y="4634469"/>
            <a:ext cx="2879433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43193B"/>
                </a:solidFill>
                <a:latin typeface="Pretendard Medium"/>
                <a:ea typeface="Pretendard Medium"/>
                <a:cs typeface="Pretendard Medium"/>
              </a:rPr>
              <a:t>투고 목표</a:t>
            </a:r>
          </a:p>
          <a:p>
            <a:pPr algn="ctr">
              <a:lnSpc>
                <a:spcPct val="125000"/>
              </a:lnSpc>
            </a:pPr>
            <a:r>
              <a:rPr sz="2000" b="1" spc="-40">
                <a:solidFill>
                  <a:srgbClr val="43193B"/>
                </a:solidFill>
              </a:rPr>
              <a:t>2027년 10월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다음 이정표는 12월 첫 결과 발표예요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3247766"/>
            <a:ext cx="11256120" cy="149760"/>
          </a:xfrm>
          <a:prstGeom prst="rect">
            <a:avLst/>
          </a:prstGeom>
          <a:gradFill rotWithShape="1">
            <a:gsLst>
              <a:gs pos="0">
                <a:srgbClr val="7A2E6B"/>
              </a:gs>
              <a:gs pos="100000">
                <a:srgbClr val="CAABC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3112046"/>
            <a:ext cx="421200" cy="421200"/>
          </a:xfrm>
          <a:prstGeom prst="ellipse">
            <a:avLst/>
          </a:prstGeom>
          <a:solidFill>
            <a:srgbClr val="7A2E6B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