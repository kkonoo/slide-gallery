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7A2E6B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F2EAF0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7A2E6B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7A2E6B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