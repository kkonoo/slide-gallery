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7A2E6B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E7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7A2E6B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CAABC4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7A2E6B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7A2E6B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플럼 클린 16:9">
  <a:themeElements>
    <a:clrScheme name="HaLab 플럼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2E6B"/>
      </a:accent1>
      <a:accent2>
        <a:srgbClr val="A9779F"/>
      </a:accent2>
      <a:accent3>
        <a:srgbClr val="CAABC4"/>
      </a:accent3>
      <a:accent4>
        <a:srgbClr val="2BB3A6"/>
      </a:accent4>
      <a:accent5>
        <a:srgbClr val="CAABC4"/>
      </a:accent5>
      <a:accent6>
        <a:srgbClr val="E2E5EA"/>
      </a:accent6>
      <a:hlink>
        <a:srgbClr val="7A2E6B"/>
      </a:hlink>
      <a:folHlink>
        <a:srgbClr val="CAABC4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