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B6E5A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0B6E5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B6E5A"/>
            </a:gs>
            <a:gs pos="100000">
              <a:srgbClr val="11A68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0B6E5A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리치 16:9">
  <a:themeElements>
    <a:clrScheme name="HaLab 에메랄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