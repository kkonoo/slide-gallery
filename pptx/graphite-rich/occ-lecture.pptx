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A4F57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D7D8DA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B7B9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A4F57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리치 16:9">
  <a:themeElements>
    <a:clrScheme name="HaLab 그래파이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