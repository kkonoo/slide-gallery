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4A4F57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A4F57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A4F57"/>
            </a:gs>
            <a:gs pos="100000">
              <a:srgbClr val="666D7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A4F57"/>
            </a:gs>
            <a:gs pos="100000">
              <a:srgbClr val="666D7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A4F57"/>
            </a:gs>
            <a:gs pos="100000">
              <a:srgbClr val="666D7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4A4F57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리치 16:9">
  <a:themeElements>
    <a:clrScheme name="HaLab 그래파이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