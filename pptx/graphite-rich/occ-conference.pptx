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4A4F57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A4F57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4A4F57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4A4F57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4A4F57"/>
            </a:gs>
            <a:gs pos="100000">
              <a:srgbClr val="666D7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4A4F57"/>
            </a:gs>
            <a:gs pos="100000">
              <a:srgbClr val="666D7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EDFE1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4A4F57"/>
            </a:gs>
            <a:gs pos="100000">
              <a:srgbClr val="666D78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4A4F57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4A4F57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DEDF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EDE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4A4F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4A4F57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4A4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그래파이트 리치 16:9">
  <a:themeElements>
    <a:clrScheme name="HaLab 그래파이트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4A4F57"/>
      </a:accent1>
      <a:accent2>
        <a:srgbClr val="898D92"/>
      </a:accent2>
      <a:accent3>
        <a:srgbClr val="B7B9BC"/>
      </a:accent3>
      <a:accent4>
        <a:srgbClr val="FFD43B"/>
      </a:accent4>
      <a:accent5>
        <a:srgbClr val="B7B9BC"/>
      </a:accent5>
      <a:accent6>
        <a:srgbClr val="E2E5EA"/>
      </a:accent6>
      <a:hlink>
        <a:srgbClr val="4A4F57"/>
      </a:hlink>
      <a:folHlink>
        <a:srgbClr val="B7B9BC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