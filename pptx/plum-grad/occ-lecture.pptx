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2E6B"/>
              </a:gs>
              <a:gs pos="100000">
                <a:srgbClr val="C0405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2E6B"/>
              </a:gs>
              <a:gs pos="100000">
                <a:srgbClr val="C0405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7A2E6B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CAABC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7A2E6B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7A2E6B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7A2E6B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7A2E6B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7A2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7A2E6B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