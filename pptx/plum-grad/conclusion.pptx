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A977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B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B2E6B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893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893268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73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973666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A539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A53963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33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33D60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2B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43193B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43193B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