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점수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7A2E6B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2E6B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</c:v>
                </c:pt>
                <c:pt idx="1">
                  <c:v>종양 안쪽</c:v>
                </c:pt>
                <c:pt idx="2">
                  <c:v>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점수 (종양 안쪽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섬유아세포 신호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7A2E6B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2E6B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반응군 (n = 6)</c:v>
                </c:pt>
                <c:pt idx="1">
                  <c:v>비반응군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경계부 섬유아세포 신호 (비반응군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2E6B"/>
              </a:gs>
              <a:gs pos="100000">
                <a:srgbClr val="C0405E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한국유전체학회 · 구두 발표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경계부 면역 틈새가 면역항암 반응을 가른다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4개 절편 분석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왜 중요한가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면역항암제는 대장암 환자 10명 중 1명에게만 들어요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7A2E6B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면역항암제 반응률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전이성 대장암 (예시 수치)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반응하지 않는 환자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검사로는 절반만 가려냄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나머지 90%는 </a:t>
            </a:r>
            <a:r>
              <a:rPr sz="1400" b="1" spc="-40">
                <a:solidFill>
                  <a:srgbClr val="262B33"/>
                </a:solidFill>
              </a:rPr>
              <a:t>왜</a:t>
            </a:r>
            <a:r>
              <a:rPr sz="1400" b="0" spc="-40">
                <a:solidFill>
                  <a:srgbClr val="6B7280"/>
                </a:solidFill>
              </a:rPr>
              <a:t> 반응하지 않을까?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섬유아세포 장벽이 T세포가 종양 안으로 들어가는 걸 막아요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464461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560614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656767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신호</a:t>
            </a:r>
          </a:p>
        </p:txBody>
      </p:sp>
      <p:sp>
        <p:nvSpPr>
          <p:cNvPr id="10" name="res-05:node"/>
          <p:cNvSpPr/>
          <p:nvPr/>
        </p:nvSpPr>
        <p:spPr>
          <a:xfrm>
            <a:off x="3564153" y="2312963"/>
            <a:ext cx="1967661" cy="121995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59302" y="2312963"/>
            <a:ext cx="1377363" cy="1219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경계부 섬유아세포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sp>
        <p:nvSpPr>
          <p:cNvPr id="12" name="res-05:node"/>
          <p:cNvSpPr/>
          <p:nvPr/>
        </p:nvSpPr>
        <p:spPr>
          <a:xfrm>
            <a:off x="6660306" y="2545552"/>
            <a:ext cx="1967661" cy="754773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847506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콜라겐 장벽</a:t>
            </a:r>
          </a:p>
        </p:txBody>
      </p:sp>
      <p:sp>
        <p:nvSpPr>
          <p:cNvPr id="14" name="res-05:node"/>
          <p:cNvSpPr/>
          <p:nvPr/>
        </p:nvSpPr>
        <p:spPr>
          <a:xfrm>
            <a:off x="9756459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943659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침투 실패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9063673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578473" y="374351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597614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1112414" y="374351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147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3947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확인할 것: 장벽을 없애면 CD8 T세포가 종양 안으로 들어가는가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경계부에 면역세포가 띠처럼 모여 있어요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절편 2, 스팟 1,492개, 클러스터 6개 (예시 데이터)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341126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경계부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3, 면역세포 표지가 높은 얇은 띠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 안쪽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1 · 2, 면역 표지 낮음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CD8 점수가 종양 안쪽보다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표지 유전자 12개 평균. 절편 4개.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반응군은 경계부 섬유아세포 신호가 절반 이하예요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 전 생검 절편, 예시 수치.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섬유아세포 장벽이 면역항암 반응을 가를 수 있어요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경계부에 몰림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점수 3.2배 (경계부 / 안쪽)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 신호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비반응군에서 2.5배 높음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반응군은 장벽이 얇음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반응군 6명 모두 신호 절반 이하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902813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902813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230413"/>
            <a:ext cx="7432080" cy="762386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230413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섬유아세포 장벽을 낮추면 면역항암 반응이 늘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대장암 경계부의 면역 틈새가 면역항암 반응을 가른다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공동저자 · HaLab</a:t>
            </a:r>
          </a:p>
          <a:p>
            <a:r>
              <a:t>연구비: 예시 과제 (과제 번호)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