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B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B2E6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93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893268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73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973666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53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A53963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33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33D60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2B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43193B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43193B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B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B2E6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93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893268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973666"/>
          </a:solidFill>
          <a:ln w="9525">
            <a:solidFill>
              <a:srgbClr val="973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53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A53963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33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33D60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