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시간에 맞춰 장 수를 정해요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623"/>
            <a:ext cx="11256120" cy="795145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2644623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1장 ≈ 1분, 데이터 장은 1.5–2분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403768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15분 발표</a:t>
            </a:r>
            <a:r>
              <a:rPr sz="1400" b="0" spc="-40">
                <a:solidFill>
                  <a:srgbClr val="6B7280"/>
                </a:solidFill>
              </a:rPr>
              <a:t>면 12–15장이 알맞아요.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· 목차 · 마무리</a:t>
            </a:r>
            <a:r>
              <a:rPr sz="1400" b="0" spc="-40">
                <a:solidFill>
                  <a:srgbClr val="6B7280"/>
                </a:solidFill>
              </a:rPr>
              <a:t>는 합쳐서 1분 안쪽으로.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질의응답 시간</a:t>
            </a:r>
            <a:r>
              <a:rPr sz="1400" b="0" spc="-40">
                <a:solidFill>
                  <a:srgbClr val="6B7280"/>
                </a:solidFill>
              </a:rPr>
              <a:t>은 발표 시간에 넣지 않아요.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장 줄이기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장은 메시지에 필요한 것만 남겨요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491"/>
            <a:ext cx="11256120" cy="2092526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4491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결과 장을 줄이는 법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62029"/>
            <a:ext cx="10752120" cy="0"/>
          </a:xfrm>
          <a:prstGeom prst="line">
            <a:avLst/>
          </a:prstGeom>
          <a:ln w="12700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3170029"/>
            <a:ext cx="10752120" cy="1062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메시지 하나에 그래프 하나.</a:t>
            </a:r>
            <a:r>
              <a:rPr sz="1400" b="0" spc="-40">
                <a:solidFill>
                  <a:srgbClr val="6B7280"/>
                </a:solidFill>
              </a:rPr>
              <a:t> 나머지 패널은 보충 슬라이드로.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잘 안 된 분석도 랩미팅에서는 보여 줘요. 대신 한 장에 모아요.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같은 그룹은 모든 장에서 같은 색으로 그려요.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207419"/>
            <a:ext cx="11256120" cy="2647743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459419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발표 분량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876957"/>
            <a:ext cx="10752120" cy="0"/>
          </a:xfrm>
          <a:prstGeom prst="line">
            <a:avLst/>
          </a:prstGeom>
          <a:ln w="12700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2984957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15분 발표 ≈ 12–15장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384102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표지 · 목차 · 마무리는 1분 안쪽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데이터 장은 장마다 1.5–2분</a:t>
            </a:r>
          </a:p>
        </p:txBody>
      </p:sp>
      <p:cxnSp>
        <p:nvCxnSpPr>
          <p:cNvPr id="10" name="text-02:line"/>
          <p:cNvCxnSpPr/>
          <p:nvPr/>
        </p:nvCxnSpPr>
        <p:spPr>
          <a:xfrm>
            <a:off x="720000" y="4202894"/>
            <a:ext cx="10752120" cy="0"/>
          </a:xfrm>
          <a:prstGeom prst="line">
            <a:avLst/>
          </a:prstGeom>
          <a:ln w="9525">
            <a:solidFill>
              <a:srgbClr val="B7A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-02:foot"/>
          <p:cNvSpPr txBox="1"/>
          <p:nvPr/>
        </p:nvSpPr>
        <p:spPr>
          <a:xfrm>
            <a:off x="720000" y="4310894"/>
            <a:ext cx="1075212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 시간은 따로 잡아요.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