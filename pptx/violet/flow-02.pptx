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B2C7F"/>
                </a:solidFill>
              </a:rPr>
              <a:t>1  </a:t>
            </a:r>
            <a:r>
              <a:rPr sz="1600" b="1" spc="-40">
                <a:solidFill>
                  <a:srgbClr val="4B2C7F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B2C7F"/>
                </a:solidFill>
              </a:rPr>
              <a:t>2  </a:t>
            </a:r>
            <a:r>
              <a:rPr sz="1600" b="1" spc="-40">
                <a:solidFill>
                  <a:srgbClr val="4B2C7F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B2C7F"/>
                </a:solidFill>
              </a:rPr>
              <a:t>3  </a:t>
            </a:r>
            <a:r>
              <a:rPr sz="1600" b="1" spc="-40">
                <a:solidFill>
                  <a:srgbClr val="4B2C7F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B2C7F"/>
                </a:solidFill>
              </a:rPr>
              <a:t>4  </a:t>
            </a:r>
            <a:r>
              <a:rPr sz="1600" b="1" spc="-40">
                <a:solidFill>
                  <a:srgbClr val="4B2C7F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B2C7F"/>
                </a:solidFill>
              </a:rPr>
              <a:t>1  </a:t>
            </a:r>
            <a:r>
              <a:rPr sz="1600" b="1" spc="-40">
                <a:solidFill>
                  <a:srgbClr val="4B2C7F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B2C7F"/>
                </a:solidFill>
              </a:rPr>
              <a:t>2  </a:t>
            </a:r>
            <a:r>
              <a:rPr sz="1600" b="1" spc="-40">
                <a:solidFill>
                  <a:srgbClr val="4B2C7F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B2C7F"/>
                </a:solidFill>
              </a:rPr>
              <a:t>3  </a:t>
            </a:r>
            <a:r>
              <a:rPr sz="1600" b="1" spc="-40">
                <a:solidFill>
                  <a:srgbClr val="4B2C7F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B2C7F"/>
                </a:solidFill>
              </a:rPr>
              <a:t>4  </a:t>
            </a:r>
            <a:r>
              <a:rPr sz="1600" b="1" spc="-40">
                <a:solidFill>
                  <a:srgbClr val="4B2C7F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4B2C7F"/>
                </a:solidFill>
              </a:rPr>
              <a:t>5  </a:t>
            </a:r>
            <a:r>
              <a:rPr sz="1600" b="1" spc="-40">
                <a:solidFill>
                  <a:srgbClr val="4B2C7F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