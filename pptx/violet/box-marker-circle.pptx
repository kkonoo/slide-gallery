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FD9E8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>
          <a:prstGeom prst="ellipse">
            <a:avLst/>
          </a:prstGeom>
        </p:spPr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ellipse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B7ABC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4B2C7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B2C7F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B2C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4B2C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B2C7F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바이올렛 클린 16:9">
  <a:themeElements>
    <a:clrScheme name="HaLab 바이올렛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B2C7F"/>
      </a:accent1>
      <a:accent2>
        <a:srgbClr val="8A76AC"/>
      </a:accent2>
      <a:accent3>
        <a:srgbClr val="B7ABCC"/>
      </a:accent3>
      <a:accent4>
        <a:srgbClr val="FFC93D"/>
      </a:accent4>
      <a:accent5>
        <a:srgbClr val="B7ABCC"/>
      </a:accent5>
      <a:accent6>
        <a:srgbClr val="E2E5EA"/>
      </a:accent6>
      <a:hlink>
        <a:srgbClr val="4B2C7F"/>
      </a:hlink>
      <a:folHlink>
        <a:srgbClr val="B7ABC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