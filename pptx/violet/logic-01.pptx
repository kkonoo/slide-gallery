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conclusion"/>
          <p:cNvSpPr/>
          <p:nvPr/>
        </p:nvSpPr>
        <p:spPr>
          <a:xfrm>
            <a:off x="7407666" y="2070987"/>
            <a:ext cx="4316454" cy="305704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conclusion-text"/>
          <p:cNvSpPr txBox="1"/>
          <p:nvPr/>
        </p:nvSpPr>
        <p:spPr>
          <a:xfrm>
            <a:off x="7688466" y="2070987"/>
            <a:ext cx="3754854" cy="3057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7" name="logic-01:factor"/>
          <p:cNvSpPr/>
          <p:nvPr/>
        </p:nvSpPr>
        <p:spPr>
          <a:xfrm>
            <a:off x="468000" y="2070987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1:marker"/>
          <p:cNvSpPr/>
          <p:nvPr/>
        </p:nvSpPr>
        <p:spPr>
          <a:xfrm>
            <a:off x="608400" y="2332994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9" name="logic-01:factor-text"/>
          <p:cNvSpPr txBox="1"/>
          <p:nvPr/>
        </p:nvSpPr>
        <p:spPr>
          <a:xfrm>
            <a:off x="1099800" y="2070987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cxnSp>
        <p:nvCxnSpPr>
          <p:cNvPr id="10" name="logic-01:link"/>
          <p:cNvCxnSpPr/>
          <p:nvPr/>
        </p:nvCxnSpPr>
        <p:spPr>
          <a:xfrm>
            <a:off x="6658866" y="2508494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1:factor"/>
          <p:cNvSpPr/>
          <p:nvPr/>
        </p:nvSpPr>
        <p:spPr>
          <a:xfrm>
            <a:off x="468000" y="3162000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608400" y="342400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1099800" y="3162000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66588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1:factor"/>
          <p:cNvSpPr/>
          <p:nvPr/>
        </p:nvSpPr>
        <p:spPr>
          <a:xfrm>
            <a:off x="468000" y="4253013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1:marker"/>
          <p:cNvSpPr/>
          <p:nvPr/>
        </p:nvSpPr>
        <p:spPr>
          <a:xfrm>
            <a:off x="608400" y="451502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1:factor-text"/>
          <p:cNvSpPr txBox="1"/>
          <p:nvPr/>
        </p:nvSpPr>
        <p:spPr>
          <a:xfrm>
            <a:off x="1099800" y="4253013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8" name="logic-01:link"/>
          <p:cNvCxnSpPr/>
          <p:nvPr/>
        </p:nvCxnSpPr>
        <p:spPr>
          <a:xfrm>
            <a:off x="6658866" y="4690520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1:link"/>
          <p:cNvCxnSpPr/>
          <p:nvPr/>
        </p:nvCxnSpPr>
        <p:spPr>
          <a:xfrm>
            <a:off x="7033266" y="2508494"/>
            <a:ext cx="0" cy="218202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1:link"/>
          <p:cNvCxnSpPr/>
          <p:nvPr/>
        </p:nvCxnSpPr>
        <p:spPr>
          <a:xfrm>
            <a:off x="70332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