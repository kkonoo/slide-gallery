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6E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D8D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CBC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B0A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