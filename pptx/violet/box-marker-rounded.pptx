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oundRect">
            <a:avLst>
              <a:gd name="adj" fmla="val 28000"/>
            </a:avLst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B2C7F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