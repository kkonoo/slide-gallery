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DDD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DFD9E8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FD9E8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CDC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DFD9E8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FD9E8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DDD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CDC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DFD9E8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FD9E8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CDC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