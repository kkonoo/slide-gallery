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2F343B"/>
              </a:gs>
              <a:gs pos="50000">
                <a:srgbClr val="33496B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F343B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ACAE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2F343B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F343B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F343B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