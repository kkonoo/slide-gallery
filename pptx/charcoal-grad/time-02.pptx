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5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13D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13D50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2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24663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6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65174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B5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B5E84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100000">
                <a:srgbClr val="3F6A9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5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13D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13D50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324663"/>
          </a:solidFill>
          <a:ln w="9525">
            <a:solidFill>
              <a:srgbClr val="324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6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65174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B5E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B5E84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