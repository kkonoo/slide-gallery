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score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2F343B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F343B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Fibroblast signal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2F343B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F343B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Responders (n = 6)</c:v>
                </c:pt>
                <c:pt idx="1">
                  <c:v>Non-responders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Border fibroblast signal (non-responders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50000">
                <a:srgbClr val="33496B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50000">
                <a:srgbClr val="33496B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Annual meeting 2026 · Oral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Border niches gate immunotherapy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of 4 colorectal cancer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Immunotherapy helps only 1 in 10 colorectal cancer patients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F343B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Respond to immunotherapy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Metastatic colorectal cancer (example)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Do not respond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testing explains only half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Why</a:t>
            </a:r>
            <a:r>
              <a:rPr sz="1400" b="0" spc="-40">
                <a:solidFill>
                  <a:srgbClr val="6B7280"/>
                </a:solidFill>
              </a:rPr>
              <a:t> do the other 90% not respond?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fibroblast barrier keeps T cells out of the tumor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688121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709721" y="2923408"/>
            <a:ext cx="772678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731320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signaling</a:t>
            </a:r>
          </a:p>
        </p:txBody>
      </p:sp>
      <p:sp>
        <p:nvSpPr>
          <p:cNvPr id="10" name="res-05:node"/>
          <p:cNvSpPr/>
          <p:nvPr/>
        </p:nvSpPr>
        <p:spPr>
          <a:xfrm>
            <a:off x="3489600" y="2312022"/>
            <a:ext cx="2191321" cy="1222773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18298" y="2312022"/>
            <a:ext cx="1533925" cy="1222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Border fibroblasts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This study</a:t>
            </a:r>
          </a:p>
        </p:txBody>
      </p:sp>
      <p:sp>
        <p:nvSpPr>
          <p:cNvPr id="12" name="res-05:node"/>
          <p:cNvSpPr/>
          <p:nvPr/>
        </p:nvSpPr>
        <p:spPr>
          <a:xfrm>
            <a:off x="6511199" y="2546022"/>
            <a:ext cx="2191321" cy="754773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6983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Collagen barrier</a:t>
            </a:r>
          </a:p>
        </p:txBody>
      </p:sp>
      <p:sp>
        <p:nvSpPr>
          <p:cNvPr id="14" name="res-05:node"/>
          <p:cNvSpPr/>
          <p:nvPr/>
        </p:nvSpPr>
        <p:spPr>
          <a:xfrm>
            <a:off x="9532799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7199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T-cell exclusion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8944139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458939" y="3745395"/>
            <a:ext cx="513177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Known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252917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0767717" y="3745395"/>
            <a:ext cx="956403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Hypothesized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3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41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To test: do CD8 T cells enter the tumor when the barrier is removed?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gather in a band at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617107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3201107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569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 high in immune markers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700670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699098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4044243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· 2, low immune markers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score is 3.2× higher at the border than in the core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Responders have less than half the border fibroblast signal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Pre-treatment biopsy sections, example values.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border fibroblast barrier may decide immunotherapy response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Gathered at the border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score 3.2× (border / core)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Fibroblast signal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2.5× higher in non-responders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Thin barrier in responders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All 6 responders below half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78908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789085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116685"/>
            <a:ext cx="7432080" cy="1103571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116685"/>
            <a:ext cx="6870480" cy="11035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Lowering the fibroblast barrier may improve immunotherapy response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border immune niche decides immunotherapy response in colorectal cancer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Co-authors · HaLab</a:t>
            </a:r>
          </a:p>
          <a:p>
            <a:r>
              <a:t>Funding: example grant (grant no.)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