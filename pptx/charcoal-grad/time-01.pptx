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324663"/>
          </a:solidFill>
          <a:ln w="9525">
            <a:solidFill>
              <a:srgbClr val="32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32466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5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B5E84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243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2435D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75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75579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