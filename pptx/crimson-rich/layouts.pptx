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B0283C"/>
            </a:gs>
            <a:gs pos="100000">
              <a:srgbClr val="D44157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B0283C"/>
            </a:gs>
            <a:gs pos="100000">
              <a:srgbClr val="D44157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B0283C"/>
            </a:gs>
            <a:gs pos="100000">
              <a:srgbClr val="D44157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EED0D4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FFFFFF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크림슨 리치 16:9">
  <a:themeElements>
    <a:clrScheme name="HaLab 크림슨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