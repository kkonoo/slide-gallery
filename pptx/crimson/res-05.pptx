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F7EAEC"/>
          </a:solidFill>
          <a:ln w="19050">
            <a:solidFill>
              <a:srgbClr val="DFA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F7EAEC"/>
          </a:solidFill>
          <a:ln w="19050">
            <a:solidFill>
              <a:srgbClr val="DFA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