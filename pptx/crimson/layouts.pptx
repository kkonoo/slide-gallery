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(layouts-e).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(layouts-f).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클러스터 주석과 공간 분포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그림 다듬기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알맹이는 코드에서, 보기는 HaLab Plots에서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124404"/>
            <a:ext cx="5448060" cy="360000"/>
          </a:xfrm>
        </p:spPr>
        <p:txBody>
          <a:bodyPr/>
          <a:lstStyle/>
          <a:p>
            <a:r>
              <a:t>코드에서 정하기</a:t>
            </a:r>
            <a:r>
              <a:rPr sz="13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   내용이 바뀌는 수정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2700404"/>
            <a:ext cx="5448060" cy="368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어떤 데이터 · 어떤 그래프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축 · 그룹 순서 · 통계 표시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필터 · 정규화 · 계산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124404"/>
            <a:ext cx="5448060" cy="360000"/>
          </a:xfrm>
        </p:spPr>
        <p:txBody>
          <a:bodyPr/>
          <a:lstStyle/>
          <a:p>
            <a:r>
              <a:t>HaLab Plots에서 다듬기</a:t>
            </a:r>
            <a:r>
              <a:rPr sz="13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   보기만 바꾸는 수정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2700404"/>
            <a:ext cx="5448060" cy="1240787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글씨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점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색 (색맹에 안전한 팔레트)</a:t>
            </a:r>
          </a:p>
        </p:txBody>
      </p:sp>
      <p:sp>
        <p:nvSpPr>
          <p:cNvPr id="9" name="L5:callout"/>
          <p:cNvSpPr/>
          <p:nvPr/>
        </p:nvSpPr>
        <p:spPr>
          <a:xfrm>
            <a:off x="6276060" y="4157191"/>
            <a:ext cx="5448060" cy="864000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L5:callout-text"/>
          <p:cNvSpPr txBox="1"/>
          <p:nvPr/>
        </p:nvSpPr>
        <p:spPr>
          <a:xfrm>
            <a:off x="6492060" y="4157191"/>
            <a:ext cx="5016060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FFFFFF"/>
                </a:solidFill>
              </a:rPr>
              <a:t>내용이 바뀌는 수정은 꼭 코드에서 해요. 그래야 다시 그려도 같은 그림이 나와요.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  <p:pic>
        <p:nvPicPr>
          <p:cNvPr id="7" name="L1:logo" descr="logo-un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6066000"/>
            <a:ext cx="1002375" cy="324000"/>
          </a:xfrm>
          <a:prstGeom prst="rect">
            <a:avLst/>
          </a:prstGeom>
        </p:spPr>
      </p:pic>
      <p:pic>
        <p:nvPicPr>
          <p:cNvPr id="8" name="L1:logo" descr="logo-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375" y="6066000"/>
            <a:ext cx="1002375" cy="324000"/>
          </a:xfrm>
          <a:prstGeom prst="rect">
            <a:avLst/>
          </a:prstGeom>
        </p:spPr>
      </p:pic>
      <p:pic>
        <p:nvPicPr>
          <p:cNvPr id="9" name="L1:logo" descr="logo-hos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2750" y="6066000"/>
            <a:ext cx="872775" cy="32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