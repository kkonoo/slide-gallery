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F3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B0283C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F3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B0283C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F3D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E9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B0283C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