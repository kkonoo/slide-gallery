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DFA9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rect">
            <a:avLst/>
          </a:prstGeom>
          <a:solidFill>
            <a:srgbClr val="B0283C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B0283C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