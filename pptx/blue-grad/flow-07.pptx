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7C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187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1871A6"/>
          </a:solidFill>
          <a:ln w="9525">
            <a:solidFill>
              <a:srgbClr val="1871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9FC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C83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9FC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B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B79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9EC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B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B68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187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1871A6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1871A6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A7C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26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267C0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3C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7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A70AA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0E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0E7C80"/>
          </a:solidFill>
          <a:ln w="9525">
            <a:solidFill>
              <a:srgbClr val="0E7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9EC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A61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0E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E7C80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E7C80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7C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6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64C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A5C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D6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D6CB2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0E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0E7C82"/>
          </a:solidFill>
          <a:ln w="9525">
            <a:solidFill>
              <a:srgbClr val="0E7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9E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A66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9EC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A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A61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9EC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7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7A5C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0E7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E7C82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E7C82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