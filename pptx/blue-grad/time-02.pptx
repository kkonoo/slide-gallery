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0D7A5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7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6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B6EAD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7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7894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C7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B6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0D2250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0D2250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0D7A5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7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6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B6EAD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127894"/>
          </a:solidFill>
          <a:ln w="9525">
            <a:solidFill>
              <a:srgbClr val="127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C7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B6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