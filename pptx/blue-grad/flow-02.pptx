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563C9"/>
              </a:gs>
              <a:gs pos="50000">
                <a:srgbClr val="0E7C8A"/>
              </a:gs>
              <a:gs pos="100000">
                <a:srgbClr val="0D7A5A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7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5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4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0D7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7E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5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4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3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5  </a:t>
            </a:r>
            <a:r>
              <a:rPr sz="1600" b="1" spc="-40">
                <a:solidFill>
                  <a:srgbClr val="262B33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