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100000">
                <a:srgbClr val="0C7E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2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2E82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3453BC"/>
          </a:solidFill>
          <a:ln w="9525">
            <a:solidFill>
              <a:srgbClr val="345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3453BC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97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97199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100000">
                <a:srgbClr val="0C7E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2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2E82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74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74DB2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268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268AD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