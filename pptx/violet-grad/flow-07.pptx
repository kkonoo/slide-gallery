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A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3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3C4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3C46A7"/>
          </a:solidFill>
          <a:ln w="9525">
            <a:solidFill>
              <a:srgbClr val="3C46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AAB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A6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A60BD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A7C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367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367AE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A2C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77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77394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3C4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3C46A7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3C46A7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B5A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33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73389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B1B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D44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D44A4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28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2862B8"/>
          </a:solidFill>
          <a:ln w="9525">
            <a:solidFill>
              <a:srgbClr val="286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A0C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7989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286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862B8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862B8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B7A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2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2E83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B3B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1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13D9A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296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2961BB"/>
          </a:solidFill>
          <a:ln w="9525">
            <a:solidFill>
              <a:srgbClr val="2961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A1C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76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7690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A0C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7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7989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9FC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E7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E7C82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2961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961BB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2961BB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