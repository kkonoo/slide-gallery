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A7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0C7E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2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4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F419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45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453BC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76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763B6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97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97199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1846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1846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