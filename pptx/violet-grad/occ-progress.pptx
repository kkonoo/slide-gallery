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4B2C7F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B2C7F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B2C7F"/>
              </a:gs>
              <a:gs pos="50000">
                <a:srgbClr val="2F5BC8"/>
              </a:gs>
              <a:gs pos="100000">
                <a:srgbClr val="0C7E7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B2C7F"/>
              </a:gs>
              <a:gs pos="50000">
                <a:srgbClr val="2F5BC8"/>
              </a:gs>
              <a:gs pos="100000">
                <a:srgbClr val="0C7E7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4B2C7F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