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4B2C7F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B7AB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B2C7F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B2C7F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B2C7F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4B2C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