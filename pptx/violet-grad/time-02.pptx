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0C7E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2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4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F419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45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453BC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76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763B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97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9719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1846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1846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0C7E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2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4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F419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3453BC"/>
          </a:solidFill>
          <a:ln w="9525">
            <a:solidFill>
              <a:srgbClr val="345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76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763B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97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9719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