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정확도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3"/>
            <c:spPr>
              <a:solidFill>
                <a:srgbClr val="0F4C6E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0F4C6E"/>
                        </a:solidFill>
                        <a:latin typeface="Pretendard"/>
                      </a:rPr>
                      <a:t>0.86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SPOTlight</c:v>
                </c:pt>
                <c:pt idx="1">
                  <c:v>RCTD</c:v>
                </c:pt>
                <c:pt idx="2">
                  <c:v>cell2location</c:v>
                </c:pt>
                <c:pt idx="3">
                  <c:v>새 방법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0.62</c:v>
                </c:pt>
                <c:pt idx="1">
                  <c:v>0.71</c:v>
                </c:pt>
                <c:pt idx="2">
                  <c:v>0.74</c:v>
                </c:pt>
                <c:pt idx="3">
                  <c:v>0.86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Pearson r (합성 스팟 2,000개)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0F4C6E"/>
            </a:gs>
            <a:gs pos="100000">
              <a:srgbClr val="17827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0F4C6E"/>
            </a:gs>
            <a:gs pos="100000">
              <a:srgbClr val="17827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0F4C6E"/>
            </a:gs>
            <a:gs pos="100000">
              <a:srgbClr val="17827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Journal club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스팟을 세포 상태로 나누는 새 방법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예시 논문 (가상) ·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박사과정 발표자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배경 ·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스팟 하나에 세포 여러 개가 섞인다는 게 출발점이에요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Visium 스팟(55μm)에는 세포가 5–10개 섞여 있다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디컨볼루션은 참조에 없는 세포 상태를 놓친다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질문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참조 없이도 세포 상태를 나눌 수 있을까?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배경 ·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기존 두 방법은 참조가 있어야만 돌아가요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cell2location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RCTD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단일세포 필요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참조 데이터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단일세포 필요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찾지 못함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새 세포 상태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찾지 못함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약 2시간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속도 (스팟 4천 개)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약 20분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공간전사체와 단일세포를 같은 환자에서 얻어 비교했어요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대장암 환자 8명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수술 조직 · 같은 블록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8 · 절편 16장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비교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887107"/>
            <a:ext cx="2115630" cy="673011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887107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Visium 공간전사체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절편 16장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653718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653718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scRNA-seq 참조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세포 6만 개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같은 조직에서 두 방법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상태 비율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스팟마다 상태 8개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스팟 약 3만 개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벤치마크 · 생물학 해석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합성 스팟 · 실제 조직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방법 4개와 비교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1 ·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이웃 정보를 더해 스팟을 세포 상태로 나눠요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140783"/>
            <a:ext cx="2652030" cy="284765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F4C6E"/>
                </a:solidFill>
              </a:rPr>
              <a:t>스팟 발현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Visium count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308403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FB7C5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3336030" y="2140783"/>
            <a:ext cx="2652030" cy="284765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333603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66003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66003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F4C6E"/>
                </a:solidFill>
              </a:rPr>
              <a:t>이웃 그래프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351603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인접 스팟 6개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공간 그래프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595206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FB7C5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6204060" y="2140783"/>
            <a:ext cx="2652030" cy="2847650"/>
          </a:xfrm>
          <a:prstGeom prst="rect">
            <a:avLst/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620406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652806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652806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상태 분해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638406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그래프 정규화 NMF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스팟별 상태 비율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882009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FB7C5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9072090" y="2140783"/>
            <a:ext cx="2652030" cy="284765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907209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939609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939609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F4C6E"/>
                </a:solidFill>
              </a:rPr>
              <a:t>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925209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표지 유전자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상태 이름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3 · 벤치마크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합성 데이터에서 새 방법의 정확도가 가장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논문 Figure 3B 를 다시 그림 (예시 값).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4 · 실제 조직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상태 하나가 종양 경계를 따라 띠처럼 나타나요</a:t>
            </a:r>
          </a:p>
        </p:txBody>
      </p:sp>
      <p:pic>
        <p:nvPicPr>
          <p:cNvPr id="5" name="res-04:figur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0" y="1878647"/>
            <a:ext cx="35244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5461668" y="3332462"/>
            <a:ext cx="1057320" cy="792990"/>
          </a:xfrm>
          <a:prstGeom prst="rect">
            <a:avLst/>
          </a:prstGeom>
          <a:noFill/>
          <a:ln w="1905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5461668" y="3066062"/>
            <a:ext cx="553779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0F4C6E"/>
                </a:solidFill>
              </a:rPr>
              <a:t>상태 5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333860" y="4593947"/>
            <a:ext cx="73902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4B · 대장암 절편 2, 스팟 1,492개 (예시 그림)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참조에 없던 상태 5가 </a:t>
            </a:r>
            <a:r>
              <a:rPr sz="1400" b="1" spc="-40">
                <a:solidFill>
                  <a:srgbClr val="262B33"/>
                </a:solidFill>
              </a:rPr>
              <a:t>경계부에만</a:t>
            </a:r>
            <a:r>
              <a:rPr sz="1400" b="0" spc="-40">
                <a:solidFill>
                  <a:srgbClr val="6B7280"/>
                </a:solidFill>
              </a:rPr>
              <a:t> 나타나요. 기존 방법은 이걸 섬유아세포로 뭉뚱그렸어요.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한계 · 열린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상태가 실제 세포인지는 아직 확인되지 않았어요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검증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새로 찾은 상태 3개는 면역염색으로 확인하지 않았다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해상도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Visium HD 처럼 작은 스팟에서는 시험하지 않았다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계산 비용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스팟 2만 개를 넘으면 메모리가 64GB 넘게 든다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우리 연구와 연결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우리 대장암 Visium 데이터에 먼저 써 볼 만해요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484404"/>
            <a:ext cx="5448060" cy="360000"/>
          </a:xfrm>
        </p:spPr>
        <p:txBody>
          <a:bodyPr/>
          <a:lstStyle/>
          <a:p>
            <a:r>
              <a:t>가져올 점</a:t>
            </a:r>
            <a:r>
              <a:rPr sz="13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   우리 데이터에 바로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경계부 스팟을 상태로 나누기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참조 없는 섹션 3·4 에 시험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이웃 그래프는 그대로 재사용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484404"/>
            <a:ext cx="5448060" cy="360000"/>
          </a:xfrm>
        </p:spPr>
        <p:txBody>
          <a:bodyPr/>
          <a:lstStyle/>
          <a:p>
            <a:r>
              <a:t>토론 질문</a:t>
            </a:r>
            <a:r>
              <a:rPr sz="13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   같이 이야기할 것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새 상태를 어떻게 검증할까?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스팟 크기가 작아지면 필요할까?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우리 GPU 서버로 돌릴 수 있을까?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리치 16:9">
  <a:themeElements>
    <a:clrScheme name="HaLab 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