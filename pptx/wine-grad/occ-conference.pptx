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1F3D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1F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1F3D"/>
              </a:gs>
              <a:gs pos="50000">
                <a:srgbClr val="B8323F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1F3D"/>
              </a:gs>
              <a:gs pos="50000">
                <a:srgbClr val="B8323F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1F3D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클린 16:9">
  <a:themeElements>
    <a:clrScheme name="HaLab 와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