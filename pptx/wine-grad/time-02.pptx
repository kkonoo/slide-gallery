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C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C20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5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5273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E2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AE2F3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3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A3A37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E4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E472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8F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122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122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100000">
                <a:srgbClr val="C2531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C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C203D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5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95273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AE2F3F"/>
          </a:solidFill>
          <a:ln w="9525">
            <a:solidFill>
              <a:srgbClr val="AE2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3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A3A37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E4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E472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