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A96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100000">
                <a:srgbClr val="C253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C2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C203D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5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95273E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E2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AE2F3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3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A3A37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E4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E472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8FC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431122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431122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