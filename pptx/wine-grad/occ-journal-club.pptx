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7A1F3D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1F3D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새 방법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(합성 스팟 2,000개)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50000">
                <a:srgbClr val="B8323F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50000">
                <a:srgbClr val="B8323F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스팟을 세포 상태로 나누는 새 방법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예시 논문 (가상)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박사과정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스팟 하나에 세포 여러 개가 섞인다는 게 출발점이에요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Visium 스팟(55μm)에는 세포가 5–10개 섞여 있다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디컨볼루션은 참조에 없는 세포 상태를 놓친다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질문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참조 없이도 세포 상태를 나눌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기존 두 방법은 참조가 있어야만 돌아가요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참조 데이터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새 세포 상태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2시간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(스팟 4천 개)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20분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공간전사체와 단일세포를 같은 환자에서 얻어 비교했어요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대장암 환자 8명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수술 조직 · 같은 블록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절편 16장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공간전사체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절편 16장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참조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세포 6만 개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같은 조직에서 두 방법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상태 비율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스팟마다 상태 8개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스팟 약 3만 개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벤치마크 · 생물학 해석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합성 스팟 · 실제 조직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방법 4개와 비교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이웃 정보를 더해 스팟을 세포 상태로 나눠요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스팟 발현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이웃 그래프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인접 스팟 6개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공간 그래프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652806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52806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상태 분해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그래프 정규화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스팟별 상태 비율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5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1F3D"/>
                </a:solidFill>
              </a:rPr>
              <a:t>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표지 유전자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상태 이름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벤치마크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합성 데이터에서 새 방법의 정확도가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논문 Figure 3B 를 다시 그림 (예시 값).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실제 조직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 하나가 종양 경계를 따라 띠처럼 나타나요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553779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7A1F3D"/>
                </a:solidFill>
              </a:rPr>
              <a:t>상태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대장암 절편 2, 스팟 1,492개 (예시 그림)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참조에 없던 상태 5가 </a:t>
            </a:r>
            <a:r>
              <a:rPr sz="1400" b="1" spc="-40">
                <a:solidFill>
                  <a:srgbClr val="262B33"/>
                </a:solidFill>
              </a:rPr>
              <a:t>경계부에만</a:t>
            </a:r>
            <a:r>
              <a:rPr sz="1400" b="0" spc="-40">
                <a:solidFill>
                  <a:srgbClr val="6B7280"/>
                </a:solidFill>
              </a:rPr>
              <a:t> 나타나요. 기존 방법은 이걸 섬유아세포로 뭉뚱그렸어요.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한계 · 열린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상태가 실제 세포인지는 아직 확인되지 않았어요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새로 찾은 상태 3개는 면역염색으로 확인하지 않았다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해상도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Visium HD 처럼 작은 스팟에서는 시험하지 않았다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계산 비용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스팟 2만 개를 넘으면 메모리가 64GB 넘게 든다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우리 연구와 연결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대장암 Visium 데이터에 먼저 써 볼 만해요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가져올 점</a:t>
            </a:r>
            <a:r>
              <a:rPr sz="13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   우리 데이터에 바로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경계부 스팟을 상태로 나누기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참조 없는 섹션 3·4 에 시험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이웃 그래프는 그대로 재사용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토론 질문</a:t>
            </a:r>
            <a:r>
              <a:rPr sz="13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   같이 이야기할 것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새 상태를 어떻게 검증할까?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스팟 크기가 작아지면 필요할까?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우리 GPU 서버로 돌릴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