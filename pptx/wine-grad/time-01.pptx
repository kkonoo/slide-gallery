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0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AE2F3F"/>
          </a:solidFill>
          <a:ln w="9525">
            <a:solidFill>
              <a:srgbClr val="AE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AE2F3F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E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E472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0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2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62C3E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C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C3E33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