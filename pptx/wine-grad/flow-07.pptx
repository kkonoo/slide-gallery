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BA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D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D20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9C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9C293E"/>
          </a:solidFill>
          <a:ln w="9525">
            <a:solidFill>
              <a:srgbClr val="9C2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E3A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3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A373A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E4B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3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3E34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E5B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929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9C2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9C293E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9C293E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CDA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32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322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D6A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2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9283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BA3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BA3938"/>
          </a:solidFill>
          <a:ln w="9525">
            <a:solidFill>
              <a:srgbClr val="BA3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E6B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4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14E24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BA39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A3938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A3938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BA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D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D20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D3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12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1263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BA3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BA3839"/>
          </a:solidFill>
          <a:ln w="9525">
            <a:solidFill>
              <a:srgbClr val="BA38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E6B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4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04B27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E6B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4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14E24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E7B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25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25121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BA3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A3839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A3839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