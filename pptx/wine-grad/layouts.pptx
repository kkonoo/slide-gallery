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50000">
                <a:srgbClr val="B8323F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50000">
                <a:srgbClr val="B8323F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8FC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431122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