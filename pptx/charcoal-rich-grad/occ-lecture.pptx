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F343B"/>
            </a:gs>
            <a:gs pos="50000">
              <a:srgbClr val="33496B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F343B"/>
            </a:gs>
            <a:gs pos="50000">
              <a:srgbClr val="33496B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F343B"/>
            </a:gs>
            <a:gs pos="50000">
              <a:srgbClr val="33496B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F343B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D1D2D4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ACAE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2F343B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F343B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F343B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F343B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2F3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리치 16:9">
  <a:themeElements>
    <a:clrScheme name="HaLab 차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