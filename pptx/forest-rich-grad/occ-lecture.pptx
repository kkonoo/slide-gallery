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1F5236"/>
            </a:gs>
            <a:gs pos="100000">
              <a:srgbClr val="5E7F2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1F5236"/>
            </a:gs>
            <a:gs pos="100000">
              <a:srgbClr val="5E7F2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1F5236"/>
            </a:gs>
            <a:gs pos="100000">
              <a:srgbClr val="5E7F2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1F5236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CED9D3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A5BA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1F5236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1F5236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1F5236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1F5236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1F52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1F5236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리치 16:9">
  <a:themeElements>
    <a:clrScheme name="HaLab 포레스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