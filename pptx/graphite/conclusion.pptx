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98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B7B9B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2B3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2B3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