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방법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수가 중요하면 10x, 감도가 중요하면 Smart-seq2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10x Chromium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Smart-seq2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수천–수만 개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 수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개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(3′ 말단 계수)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유전자 감도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(전장 전사체)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세포당 비용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(미세유체 자동화)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시료 처리량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(플레이트 분주)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제안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이미징으로 수백 개 세포를 한 번에 기록해요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패치클램프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A4F57"/>
                </a:solidFill>
              </a:rPr>
              <a:t>2광자 칼슘 이미징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밀리초 (활동전위 단위)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시간 해상도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밀리초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1–2개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동시 기록 세포 수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수백 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높음 (전극 접촉)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침습성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(광학 측정)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