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A4F57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책임자와 참여연구원 두 명이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1:photo"/>
          <p:cNvSpPr/>
          <p:nvPr/>
        </p:nvSpPr>
        <p:spPr>
          <a:xfrm>
            <a:off x="684000" y="1800000"/>
            <a:ext cx="2160000" cy="2160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A4F57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1:photo"/>
          <p:cNvSpPr/>
          <p:nvPr/>
        </p:nvSpPr>
        <p:spPr>
          <a:xfrm>
            <a:off x="5627570" y="1800000"/>
            <a:ext cx="1152000" cy="115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1:photo"/>
          <p:cNvSpPr/>
          <p:nvPr/>
        </p:nvSpPr>
        <p:spPr>
          <a:xfrm>
            <a:off x="5627570" y="4167000"/>
            <a:ext cx="1152000" cy="115200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