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(text-01-b).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슬라이드 만들기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그림은 크게, 글은 줄여요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600272"/>
            <a:ext cx="11256120" cy="146918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한 장 = 한 메시지.</a:t>
            </a:r>
            <a:r>
              <a:rPr sz="1400" b="0" spc="-40">
                <a:solidFill>
                  <a:srgbClr val="6B7280"/>
                </a:solidFill>
              </a:rPr>
              <a:t> 슬라이드 제목에 그 장의 결론을 문장으로 써요.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그림을 최대한 써요.</a:t>
            </a:r>
            <a:r>
              <a:rPr sz="1400" b="0" spc="-40">
                <a:solidFill>
                  <a:srgbClr val="6B7280"/>
                </a:solidFill>
              </a:rPr>
              <a:t> 설명은 말로 하고, 슬라이드에는 그림과 결론만 둬요.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논문 그림은 통째로 붙이지 않아요.</a:t>
            </a:r>
            <a:r>
              <a:rPr sz="1400" b="0" spc="-40">
                <a:solidFill>
                  <a:srgbClr val="6B7280"/>
                </a:solidFill>
              </a:rPr>
              <a:t> 필요한 패널만 크게 잘라 와요.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글꼴은 한 가지.</a:t>
            </a:r>
            <a:r>
              <a:rPr sz="1400" b="0" spc="-40">
                <a:solidFill>
                  <a:srgbClr val="6B7280"/>
                </a:solidFill>
              </a:rPr>
              <a:t> 굵기로만 구분해요.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Journal club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Journal club은 같이 공부하는 시간이에요</a:t>
            </a:r>
          </a:p>
        </p:txBody>
      </p:sp>
      <p:sp>
        <p:nvSpPr>
          <p:cNvPr id="5" name="text-01:lines"/>
          <p:cNvSpPr txBox="1"/>
          <p:nvPr/>
        </p:nvSpPr>
        <p:spPr>
          <a:xfrm>
            <a:off x="468000" y="2410960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논문 결과를 소개하는 자리가 아니라, 모두가 같이 공부하는 시간이에요. 새 분석 방법이나 여러 오믹스를 합친 논문을 주로 골라요.</a:t>
            </a:r>
          </a:p>
        </p:txBody>
      </p:sp>
      <p:sp>
        <p:nvSpPr>
          <p:cNvPr id="6" name="text-01:heading"/>
          <p:cNvSpPr txBox="1"/>
          <p:nvPr/>
        </p:nvSpPr>
        <p:spPr>
          <a:xfrm>
            <a:off x="468000" y="2913556"/>
            <a:ext cx="11256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준비할 것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3367094"/>
            <a:ext cx="1125612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배경 · 질문</a:t>
            </a:r>
            <a:r>
              <a:rPr sz="1400" b="0" spc="-40">
                <a:solidFill>
                  <a:srgbClr val="6B7280"/>
                </a:solidFill>
              </a:rPr>
              <a:t>: 선행연구가 못 푼 것 → 이 논문의 질문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결과 + 방법</a:t>
            </a:r>
            <a:r>
              <a:rPr sz="1400" b="0" spc="-40">
                <a:solidFill>
                  <a:srgbClr val="6B7280"/>
                </a:solidFill>
              </a:rPr>
              <a:t>: figure끼리 어떻게 이어지는지에 집중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토론 질문</a:t>
            </a:r>
            <a:r>
              <a:rPr sz="1400" b="0" spc="-40">
                <a:solidFill>
                  <a:srgbClr val="6B7280"/>
                </a:solidFill>
              </a:rPr>
              <a:t> 2–3개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