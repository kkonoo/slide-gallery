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공간전사체가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1656011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098369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1656011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1656011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단일세포 RNA-seq으로 종양 속 세포 유형을 나눌 수 있다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면역세포 구성은 치료 반응과 관련된다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28728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44728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48708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44728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44728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세포가 조직의 어디에 있었는지는 알 수 없다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421744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433445"/>
            <a:ext cx="11256120" cy="1524532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5051711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433445"/>
            <a:ext cx="115200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433445"/>
            <a:ext cx="924012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공간전사체로 면역세포가 종양 경계에 모이는지 확인한다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