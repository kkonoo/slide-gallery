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표지 유전자는 경계 쪽에서 높게 나와요</a:t>
            </a:r>
          </a:p>
        </p:txBody>
      </p:sp>
      <p:pic>
        <p:nvPicPr>
          <p:cNvPr id="5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유전자의 발현 (진할수록 높음, 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클러스터마다 표지 유전자가 다른 곳에서 나와요</a:t>
            </a:r>
          </a:p>
        </p:txBody>
      </p:sp>
      <p:sp>
        <p:nvSpPr>
          <p:cNvPr id="5" name="img-01:title"/>
          <p:cNvSpPr txBox="1"/>
          <p:nvPr/>
        </p:nvSpPr>
        <p:spPr>
          <a:xfrm>
            <a:off x="4411597" y="1584000"/>
            <a:ext cx="336892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공간전사체 절편 클러스터 지도</a:t>
            </a:r>
          </a:p>
        </p:txBody>
      </p:sp>
      <p:pic>
        <p:nvPicPr>
          <p:cNvPr id="6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7" y="1965145"/>
            <a:ext cx="3368926" cy="252669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7" name="img-01:caption"/>
          <p:cNvSpPr txBox="1"/>
          <p:nvPr/>
        </p:nvSpPr>
        <p:spPr>
          <a:xfrm>
            <a:off x="4411597" y="4563840"/>
            <a:ext cx="3368926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pic>
        <p:nvPicPr>
          <p:cNvPr id="8" name="img-01:thumb" descr="spatial_ge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7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thumb-marker"/>
          <p:cNvSpPr/>
          <p:nvPr/>
        </p:nvSpPr>
        <p:spPr>
          <a:xfrm>
            <a:off x="4087597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10" name="img-01:thumb-caption"/>
          <p:cNvSpPr txBox="1"/>
          <p:nvPr/>
        </p:nvSpPr>
        <p:spPr>
          <a:xfrm>
            <a:off x="4321597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1 표지</a:t>
            </a:r>
          </a:p>
        </p:txBody>
      </p:sp>
      <p:pic>
        <p:nvPicPr>
          <p:cNvPr id="11" name="img-01:thumb" descr="spatial_ge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828" y="4980002"/>
            <a:ext cx="842232" cy="631674"/>
          </a:xfrm>
          <a:prstGeom prst="rect">
            <a:avLst/>
          </a:prstGeom>
          <a:ln w="25400">
            <a:solidFill>
              <a:srgbClr val="4A4F57"/>
            </a:solidFill>
          </a:ln>
        </p:spPr>
      </p:pic>
      <p:sp>
        <p:nvSpPr>
          <p:cNvPr id="12" name="img-01:thumb-marker"/>
          <p:cNvSpPr/>
          <p:nvPr/>
        </p:nvSpPr>
        <p:spPr>
          <a:xfrm>
            <a:off x="5145828" y="5665676"/>
            <a:ext cx="180000" cy="180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img-01:thumb-caption"/>
          <p:cNvSpPr txBox="1"/>
          <p:nvPr/>
        </p:nvSpPr>
        <p:spPr>
          <a:xfrm>
            <a:off x="5379828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262B33"/>
                </a:solidFill>
              </a:rPr>
              <a:t>클러스터 3 표지</a:t>
            </a:r>
          </a:p>
        </p:txBody>
      </p:sp>
      <p:pic>
        <p:nvPicPr>
          <p:cNvPr id="14" name="img-01:thumb" descr="spatial_ge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060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5" name="img-01:thumb-marker"/>
          <p:cNvSpPr/>
          <p:nvPr/>
        </p:nvSpPr>
        <p:spPr>
          <a:xfrm>
            <a:off x="6204060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6" name="img-01:thumb-caption"/>
          <p:cNvSpPr txBox="1"/>
          <p:nvPr/>
        </p:nvSpPr>
        <p:spPr>
          <a:xfrm>
            <a:off x="6438060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4 표지</a:t>
            </a:r>
          </a:p>
        </p:txBody>
      </p:sp>
      <p:pic>
        <p:nvPicPr>
          <p:cNvPr id="17" name="img-01:thumb" descr="spatial_ge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92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8" name="img-01:thumb-marker"/>
          <p:cNvSpPr/>
          <p:nvPr/>
        </p:nvSpPr>
        <p:spPr>
          <a:xfrm>
            <a:off x="7262292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19" name="img-01:thumb-caption"/>
          <p:cNvSpPr txBox="1"/>
          <p:nvPr/>
        </p:nvSpPr>
        <p:spPr>
          <a:xfrm>
            <a:off x="7496292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2 표지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