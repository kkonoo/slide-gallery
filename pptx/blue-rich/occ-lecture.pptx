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100000">
              <a:srgbClr val="4D84DE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563C9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FDDF3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563C9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256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