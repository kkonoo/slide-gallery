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2563C9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563C9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563C9"/>
            </a:gs>
            <a:gs pos="100000">
              <a:srgbClr val="4D84D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563C9"/>
            </a:gs>
            <a:gs pos="100000">
              <a:srgbClr val="4D84D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563C9"/>
            </a:gs>
            <a:gs pos="100000">
              <a:srgbClr val="4D84D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2563C9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리치 16:9">
  <a:themeElements>
    <a:clrScheme name="HaLab 블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리치 16:9</dc:title>
  <dc:creator>HaLab</dc:creator>
</cp:coreProperties>
</file>