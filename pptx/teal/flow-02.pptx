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1  </a:t>
            </a:r>
            <a:r>
              <a:rPr sz="1600" b="1" spc="-40">
                <a:solidFill>
                  <a:srgbClr val="0F4C6E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2  </a:t>
            </a:r>
            <a:r>
              <a:rPr sz="1600" b="1" spc="-40">
                <a:solidFill>
                  <a:srgbClr val="0F4C6E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3  </a:t>
            </a:r>
            <a:r>
              <a:rPr sz="1600" b="1" spc="-40">
                <a:solidFill>
                  <a:srgbClr val="0F4C6E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4  </a:t>
            </a:r>
            <a:r>
              <a:rPr sz="1600" b="1" spc="-40">
                <a:solidFill>
                  <a:srgbClr val="0F4C6E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1  </a:t>
            </a:r>
            <a:r>
              <a:rPr sz="1600" b="1" spc="-40">
                <a:solidFill>
                  <a:srgbClr val="0F4C6E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2  </a:t>
            </a:r>
            <a:r>
              <a:rPr sz="1600" b="1" spc="-40">
                <a:solidFill>
                  <a:srgbClr val="0F4C6E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3  </a:t>
            </a:r>
            <a:r>
              <a:rPr sz="1600" b="1" spc="-40">
                <a:solidFill>
                  <a:srgbClr val="0F4C6E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4  </a:t>
            </a:r>
            <a:r>
              <a:rPr sz="1600" b="1" spc="-40">
                <a:solidFill>
                  <a:srgbClr val="0F4C6E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F4C6E"/>
                </a:solidFill>
              </a:rPr>
              <a:t>5  </a:t>
            </a:r>
            <a:r>
              <a:rPr sz="1600" b="1" spc="-40">
                <a:solidFill>
                  <a:srgbClr val="0F4C6E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