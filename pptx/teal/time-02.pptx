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9FB7C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FFFFFF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이정표는 12월 첫 결과 발표예요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3247766"/>
            <a:ext cx="11256120" cy="14976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9FB7C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3112046"/>
            <a:ext cx="421200" cy="421200"/>
          </a:xfrm>
          <a:prstGeom prst="ellipse">
            <a:avLst/>
          </a:prstGeom>
          <a:solidFill>
            <a:srgbClr val="0F4C6E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