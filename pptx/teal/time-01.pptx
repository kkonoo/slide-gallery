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2단계에서 표지자 후보를 찾아요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2923032"/>
            <a:ext cx="11256120" cy="14976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9FB7C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970448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970448" y="2787312"/>
            <a:ext cx="421200" cy="421200"/>
          </a:xfrm>
          <a:prstGeom prst="ellipse">
            <a:avLst/>
          </a:prstGeom>
          <a:solidFill>
            <a:srgbClr val="0F4C6E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5181048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970448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F4C6E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970448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970448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9472896" y="2033832"/>
            <a:ext cx="18948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9472896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9683496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9472896" y="3671832"/>
            <a:ext cx="189482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9472896" y="4056577"/>
            <a:ext cx="1894824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9472896" y="4965782"/>
            <a:ext cx="18948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5년을 세 단계로 나눠 진행해요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3008455"/>
            <a:ext cx="11256120" cy="14976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9FB7C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22004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22004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443064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22004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22004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22004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797208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797208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818268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797208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797208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797208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