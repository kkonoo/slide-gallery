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9FB7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0F4C6E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0F4C6E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