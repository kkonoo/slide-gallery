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(code-01-a).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(code-01-b).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(code-01-c).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 실습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DESeq2 결과로 volcano plot을 그려요</a:t>
            </a:r>
          </a:p>
        </p:txBody>
      </p:sp>
      <p:sp>
        <p:nvSpPr>
          <p:cNvPr id="5" name="code-01:heading"/>
          <p:cNvSpPr txBox="1"/>
          <p:nvPr/>
        </p:nvSpPr>
        <p:spPr>
          <a:xfrm>
            <a:off x="468000" y="2097533"/>
            <a:ext cx="1017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결과 표 만들기</a:t>
            </a:r>
          </a:p>
        </p:txBody>
      </p:sp>
      <p:sp>
        <p:nvSpPr>
          <p:cNvPr id="6" name="code-01:lang"/>
          <p:cNvSpPr txBox="1"/>
          <p:nvPr/>
        </p:nvSpPr>
        <p:spPr>
          <a:xfrm>
            <a:off x="10716120" y="2097533"/>
            <a:ext cx="100800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R</a:t>
            </a:r>
          </a:p>
        </p:txBody>
      </p:sp>
      <p:sp>
        <p:nvSpPr>
          <p:cNvPr id="7" name="code-01:bg"/>
          <p:cNvSpPr/>
          <p:nvPr/>
        </p:nvSpPr>
        <p:spPr>
          <a:xfrm>
            <a:off x="468000" y="2478678"/>
            <a:ext cx="11256120" cy="762370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-01:code"/>
          <p:cNvSpPr txBox="1"/>
          <p:nvPr/>
        </p:nvSpPr>
        <p:spPr>
          <a:xfrm>
            <a:off x="648000" y="2622678"/>
            <a:ext cx="10896120" cy="4743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res &lt;- results(dds, contrast = c("group", "KO", "WT"))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res &lt;- as.data.frame(res) |&gt; dplyr::filter(!is.na(padj))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sp>
        <p:nvSpPr>
          <p:cNvPr id="9" name="code-01:heading"/>
          <p:cNvSpPr txBox="1"/>
          <p:nvPr/>
        </p:nvSpPr>
        <p:spPr>
          <a:xfrm>
            <a:off x="468000" y="3457048"/>
            <a:ext cx="1017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volcano plot</a:t>
            </a:r>
          </a:p>
        </p:txBody>
      </p:sp>
      <p:sp>
        <p:nvSpPr>
          <p:cNvPr id="10" name="code-01:lang"/>
          <p:cNvSpPr txBox="1"/>
          <p:nvPr/>
        </p:nvSpPr>
        <p:spPr>
          <a:xfrm>
            <a:off x="10716120" y="3457048"/>
            <a:ext cx="100800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R</a:t>
            </a:r>
          </a:p>
        </p:txBody>
      </p:sp>
      <p:sp>
        <p:nvSpPr>
          <p:cNvPr id="11" name="code-01:bg"/>
          <p:cNvSpPr/>
          <p:nvPr/>
        </p:nvSpPr>
        <p:spPr>
          <a:xfrm>
            <a:off x="468000" y="3838193"/>
            <a:ext cx="11256120" cy="1236741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code-01:code"/>
          <p:cNvSpPr txBox="1"/>
          <p:nvPr/>
        </p:nvSpPr>
        <p:spPr>
          <a:xfrm>
            <a:off x="648000" y="3982193"/>
            <a:ext cx="10896120" cy="9487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ggplot(res, aes(log2FoldChange, -log10(padj))) +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  geom_point(aes(colour = padj &lt; 0.05 &amp; abs(log2FoldChange) &gt; 1), size = 0.6) +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  scale_colour_manual(values = c("grey70", "#0F4C6E"), guide = "none") +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  theme_bw(base_size = 7)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프로젝트 정리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 폴더는 이렇게 나눠요</a:t>
            </a:r>
          </a:p>
        </p:txBody>
      </p:sp>
      <p:sp>
        <p:nvSpPr>
          <p:cNvPr id="5" name="code-01:bg"/>
          <p:cNvSpPr/>
          <p:nvPr/>
        </p:nvSpPr>
        <p:spPr>
          <a:xfrm>
            <a:off x="468000" y="2282444"/>
            <a:ext cx="11256120" cy="2422667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de-01:code"/>
          <p:cNvSpPr txBox="1"/>
          <p:nvPr/>
        </p:nvSpPr>
        <p:spPr>
          <a:xfrm>
            <a:off x="648000" y="2426444"/>
            <a:ext cx="10896120" cy="21346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project/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├── data/          ← 원자료 (고치지 않기)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├── scripts/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│   ├── 01_qc.R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│   ├── 02_deseq2.R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│   └── 03_figures.R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├── results/       ← 스크립트가 만든 표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├── figures/       ← 스크립트가 만든 그림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└── README.md      ← 무엇을 어떤 순서로 돌리는지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AI에게 맡기기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그림을 고치기 전에 AI에게 이렇게 물어봐요</a:t>
            </a:r>
          </a:p>
        </p:txBody>
      </p:sp>
      <p:sp>
        <p:nvSpPr>
          <p:cNvPr id="5" name="code-01:heading"/>
          <p:cNvSpPr txBox="1"/>
          <p:nvPr/>
        </p:nvSpPr>
        <p:spPr>
          <a:xfrm>
            <a:off x="468000" y="1997273"/>
            <a:ext cx="1017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붙여 넣을 프롬프트</a:t>
            </a:r>
          </a:p>
        </p:txBody>
      </p:sp>
      <p:sp>
        <p:nvSpPr>
          <p:cNvPr id="6" name="code-01:bg"/>
          <p:cNvSpPr/>
          <p:nvPr/>
        </p:nvSpPr>
        <p:spPr>
          <a:xfrm>
            <a:off x="468000" y="2378418"/>
            <a:ext cx="11256120" cy="2897037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de-01:code"/>
          <p:cNvSpPr txBox="1"/>
          <p:nvPr/>
        </p:nvSpPr>
        <p:spPr>
          <a:xfrm>
            <a:off x="648000" y="2522418"/>
            <a:ext cx="10896120" cy="26090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아래 R 코드로 그린 그림을 논문용으로 다듬고 싶어.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[지킬 것]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- 데이터, 통계 검정, 축 범위는 바꾸지 마. 보기만 바꿔.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- 글자는 7 pt 안팎, 축 이름에는 단위를 붙여 줘.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- 빨강과 초록을 같이 쓰지 말고, 색맹에 안전한 Okabe–Ito 팔레트를 써 줘.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- 범례는 그래프 안 빈 곳이나 선 끝에 바로 이름을 붙여 줘.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[할 일]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1. 지금 그림에서 고칠 점을 먼저 목록으로 보여 줘.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2. 고친 코드를 주고, 바꾼 줄마다 왜 바꿨는지 한 줄로 설명해 줘.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클린 16:9">
  <a:themeElements>
    <a:clrScheme name="HaLab 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