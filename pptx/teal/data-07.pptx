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1584000"/>
          <a:ext cx="11256120" cy="451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3305233"/>
                <a:gridCol w="4277574"/>
                <a:gridCol w="3673313"/>
              </a:tblGrid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보여 줄 것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주의할 점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두세 그룹의 연속값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dot plot, box + 점, violin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평균 막대만 그리지 않기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같은 대상의 전 · 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before–after plot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짝을 선으로 잇기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 연속 변수의 관계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scatter + 회귀선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상관계수와 n 표시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시간에 따른 변화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선 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개체별 얇은 선을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개수 · 비율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막대, 100% 누적 막대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y축은 0부터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유전자 수천 개 비교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volcano, heatmap (z-score)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색 범위를 0 기준 대칭으로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시료가 그룹별로 모이나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PCA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축에 설명 분산 %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생존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Kaplan–Meier 곡선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number at risk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미팅마다 준비할 것이 달라요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226000"/>
          <a:ext cx="11256120" cy="2592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011118"/>
                <a:gridCol w="1671282"/>
                <a:gridCol w="7573720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언제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준비할 것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Progress report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Background → In the previous → Results → Summary → Next plans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Journal club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배경 · 질문, study design, 결과 + 방법, 토론 질문 2–3개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개인 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핵심 결과 3–5줄, 논의할 것, 막힌 지점, 결정받을 질문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연구비는 2차년도에 가장 많이 써요</a:t>
            </a:r>
          </a:p>
        </p:txBody>
      </p:sp>
      <p:sp>
        <p:nvSpPr>
          <p:cNvPr id="5" name="data-07:say"/>
          <p:cNvSpPr txBox="1"/>
          <p:nvPr/>
        </p:nvSpPr>
        <p:spPr>
          <a:xfrm>
            <a:off x="468000" y="1588690"/>
            <a:ext cx="11256120" cy="39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2차년도에 시퀀싱 · 분석 비용이 몰려요 (단위: 천 원)</a:t>
            </a:r>
          </a:p>
        </p:txBody>
      </p:sp>
      <p:graphicFrame>
        <p:nvGraphicFramePr>
          <p:cNvPr id="6" name="data-07:table"/>
          <p:cNvGraphicFramePr>
            <a:graphicFrameLocks noGrp="1"/>
          </p:cNvGraphicFramePr>
          <p:nvPr/>
        </p:nvGraphicFramePr>
        <p:xfrm>
          <a:off x="468000" y="2204621"/>
          <a:ext cx="11256121" cy="388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667403"/>
                <a:gridCol w="2156948"/>
                <a:gridCol w="2152954"/>
                <a:gridCol w="2046744"/>
                <a:gridCol w="223207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항목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인건비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62,000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64,000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186,000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시퀀싱 · 분석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40,000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55,000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시약 · 재료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20,000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· 출판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8,000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130,000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145,000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121,000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396,000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