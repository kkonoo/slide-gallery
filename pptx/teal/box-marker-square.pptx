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>
          <a:prstGeom prst="rect">
            <a:avLst/>
          </a:prstGeom>
        </p:spPr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Progress report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report는 다섯 부분이에요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Background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알려진 것과 한계, 연구 목표. 두 번째부터는 1–2장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In the previous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지난번 Next plans와 받은 피드백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Results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왜 했는지 → 결과 → 한 줄 요약</a:t>
            </a:r>
          </a:p>
        </p:txBody>
      </p:sp>
      <p:cxnSp>
        <p:nvCxnSpPr>
          <p:cNvPr id="16" name="list-01:line"/>
          <p:cNvCxnSpPr/>
          <p:nvPr/>
        </p:nvCxnSpPr>
        <p:spPr>
          <a:xfrm>
            <a:off x="620406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ist-01:marker"/>
          <p:cNvSpPr/>
          <p:nvPr/>
        </p:nvSpPr>
        <p:spPr>
          <a:xfrm>
            <a:off x="6204060" y="1984446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667206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Summary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667206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이번에 알게 된 것 3줄 이내</a:t>
            </a:r>
          </a:p>
        </p:txBody>
      </p:sp>
      <p:sp>
        <p:nvSpPr>
          <p:cNvPr id="20" name="list-01:marker"/>
          <p:cNvSpPr/>
          <p:nvPr/>
        </p:nvSpPr>
        <p:spPr>
          <a:xfrm>
            <a:off x="6204060" y="3325573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list-01:title"/>
          <p:cNvSpPr txBox="1"/>
          <p:nvPr/>
        </p:nvSpPr>
        <p:spPr>
          <a:xfrm>
            <a:off x="667206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Next plans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667206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단계와 도움이 필요한 것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 필터링이 결과를 좌우해요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816041"/>
            <a:ext cx="9004896" cy="0"/>
          </a:xfrm>
          <a:prstGeom prst="line">
            <a:avLst/>
          </a:prstGeom>
          <a:ln w="15875">
            <a:solidFill>
              <a:srgbClr val="9FB7C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582041"/>
            <a:ext cx="468000" cy="468000"/>
          </a:xfrm>
          <a:prstGeom prst="rect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세포 분리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조직을 효소로 풀어 단일세포 현탁액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582041"/>
            <a:ext cx="468000" cy="468000"/>
          </a:xfrm>
          <a:prstGeom prst="rect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바코드를 붙여 cDNA 증폭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582041"/>
            <a:ext cx="468000" cy="468000"/>
          </a:xfrm>
          <a:prstGeom prst="rect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세포당 2–5만 리드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582041"/>
            <a:ext cx="468000" cy="468000"/>
          </a:xfrm>
          <a:prstGeom prst="rect">
            <a:avLst/>
          </a:prstGeom>
          <a:solidFill>
            <a:srgbClr val="0F4C6E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0F4C6E"/>
                </a:solidFill>
              </a:rPr>
              <a:t>품질 필터링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582041"/>
            <a:ext cx="468000" cy="468000"/>
          </a:xfrm>
          <a:prstGeom prst="rect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발현끼리 묶어 세포 유형 찾기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rect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rect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클린 16:9">
  <a:themeElements>
    <a:clrScheme name="HaLab 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