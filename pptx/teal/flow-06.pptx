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DD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CB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B9C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95B0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