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슬라이드와 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슬라이드에는 보여 줄 것만, 말할 것은 노트에</a:t>
            </a:r>
          </a:p>
        </p:txBody>
      </p:sp>
      <p:sp>
        <p:nvSpPr>
          <p:cNvPr id="5" name="struct-03:center"/>
          <p:cNvSpPr/>
          <p:nvPr/>
        </p:nvSpPr>
        <p:spPr>
          <a:xfrm>
            <a:off x="4632764" y="2131544"/>
            <a:ext cx="2926591" cy="1440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3:center-title"/>
          <p:cNvSpPr txBox="1"/>
          <p:nvPr/>
        </p:nvSpPr>
        <p:spPr>
          <a:xfrm>
            <a:off x="4632764" y="2527544"/>
            <a:ext cx="2926591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spc="-40">
                <a:solidFill>
                  <a:srgbClr val="FFFFFF"/>
                </a:solidFill>
              </a:rPr>
              <a:t>한 장 = 한 메시지</a:t>
            </a:r>
          </a:p>
        </p:txBody>
      </p:sp>
      <p:sp>
        <p:nvSpPr>
          <p:cNvPr id="7" name="struct-03:center-desc"/>
          <p:cNvSpPr txBox="1"/>
          <p:nvPr/>
        </p:nvSpPr>
        <p:spPr>
          <a:xfrm>
            <a:off x="4632764" y="2923544"/>
            <a:ext cx="292659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DBE4E9"/>
                </a:solidFill>
              </a:rPr>
              <a:t>제목에 결론 문장</a:t>
            </a:r>
          </a:p>
        </p:txBody>
      </p:sp>
      <p:sp>
        <p:nvSpPr>
          <p:cNvPr id="8" name="struct-03:label"/>
          <p:cNvSpPr txBox="1"/>
          <p:nvPr/>
        </p:nvSpPr>
        <p:spPr>
          <a:xfrm>
            <a:off x="468000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보여 줄 것</a:t>
            </a:r>
          </a:p>
        </p:txBody>
      </p:sp>
      <p:sp>
        <p:nvSpPr>
          <p:cNvPr id="9" name="struct-03:title"/>
          <p:cNvSpPr txBox="1"/>
          <p:nvPr/>
        </p:nvSpPr>
        <p:spPr>
          <a:xfrm>
            <a:off x="468000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슬라이드에</a:t>
            </a:r>
          </a:p>
        </p:txBody>
      </p:sp>
      <p:cxnSp>
        <p:nvCxnSpPr>
          <p:cNvPr id="10" name="struct-03:rule"/>
          <p:cNvCxnSpPr/>
          <p:nvPr/>
        </p:nvCxnSpPr>
        <p:spPr>
          <a:xfrm>
            <a:off x="468000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items"/>
          <p:cNvSpPr txBox="1"/>
          <p:nvPr/>
        </p:nvSpPr>
        <p:spPr>
          <a:xfrm>
            <a:off x="468000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결론 한 문장 (제목)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그래프 하나를 크게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봐야 할 곳 표시</a:t>
            </a:r>
          </a:p>
        </p:txBody>
      </p:sp>
      <p:sp>
        <p:nvSpPr>
          <p:cNvPr id="12" name="struct-03:label"/>
          <p:cNvSpPr txBox="1"/>
          <p:nvPr/>
        </p:nvSpPr>
        <p:spPr>
          <a:xfrm>
            <a:off x="8063356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말할 것</a:t>
            </a:r>
          </a:p>
        </p:txBody>
      </p:sp>
      <p:sp>
        <p:nvSpPr>
          <p:cNvPr id="13" name="struct-03:title"/>
          <p:cNvSpPr txBox="1"/>
          <p:nvPr/>
        </p:nvSpPr>
        <p:spPr>
          <a:xfrm>
            <a:off x="8063356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발표자 노트에</a:t>
            </a:r>
          </a:p>
        </p:txBody>
      </p:sp>
      <p:cxnSp>
        <p:nvCxnSpPr>
          <p:cNvPr id="14" name="struct-03:rule"/>
          <p:cNvCxnSpPr/>
          <p:nvPr/>
        </p:nvCxnSpPr>
        <p:spPr>
          <a:xfrm>
            <a:off x="8063356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3:items"/>
          <p:cNvSpPr txBox="1"/>
          <p:nvPr/>
        </p:nvSpPr>
        <p:spPr>
          <a:xfrm>
            <a:off x="8063356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왜 이 분석을 했는지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방법의 세부 설정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예상 질문과 답</a:t>
            </a:r>
          </a:p>
        </p:txBody>
      </p:sp>
      <p:cxnSp>
        <p:nvCxnSpPr>
          <p:cNvPr id="16" name="struct-03:link"/>
          <p:cNvCxnSpPr/>
          <p:nvPr/>
        </p:nvCxnSpPr>
        <p:spPr>
          <a:xfrm>
            <a:off x="4128764" y="2851544"/>
            <a:ext cx="504000" cy="0"/>
          </a:xfrm>
          <a:prstGeom prst="line">
            <a:avLst/>
          </a:prstGeom>
          <a:ln w="19050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uct-03:link"/>
          <p:cNvCxnSpPr/>
          <p:nvPr/>
        </p:nvCxnSpPr>
        <p:spPr>
          <a:xfrm>
            <a:off x="7559356" y="2851544"/>
            <a:ext cx="504000" cy="0"/>
          </a:xfrm>
          <a:prstGeom prst="line">
            <a:avLst/>
          </a:prstGeom>
          <a:ln w="19050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45763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7743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슬라이드의 글을 그대로 읽게 되면, 그 글은 노트로 옮길 때예요.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미세환경은 여덟 가지 세포로 이뤄져요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365729" y="2841940"/>
            <a:ext cx="1076672" cy="459359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76458" y="3843000"/>
            <a:ext cx="1943662" cy="0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7365729" y="4384701"/>
            <a:ext cx="1076672" cy="459359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>
            <a:off x="3749719" y="4384701"/>
            <a:ext cx="1076672" cy="459359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3:spoke"/>
          <p:cNvCxnSpPr/>
          <p:nvPr/>
        </p:nvCxnSpPr>
        <p:spPr>
          <a:xfrm flipH="1">
            <a:off x="2772000" y="3843000"/>
            <a:ext cx="1943662" cy="0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3:spoke"/>
          <p:cNvCxnSpPr/>
          <p:nvPr/>
        </p:nvCxnSpPr>
        <p:spPr>
          <a:xfrm flipH="1" flipV="1">
            <a:off x="3749719" y="2841940"/>
            <a:ext cx="1076672" cy="459359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5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17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8" name="struct-03:box"/>
          <p:cNvSpPr/>
          <p:nvPr/>
        </p:nvSpPr>
        <p:spPr>
          <a:xfrm>
            <a:off x="8109112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ruct-03:marker"/>
          <p:cNvSpPr/>
          <p:nvPr/>
        </p:nvSpPr>
        <p:spPr>
          <a:xfrm>
            <a:off x="8217112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20" name="struct-03:box-text"/>
          <p:cNvSpPr txBox="1"/>
          <p:nvPr/>
        </p:nvSpPr>
        <p:spPr>
          <a:xfrm>
            <a:off x="8523112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21" name="struct-03:box"/>
          <p:cNvSpPr/>
          <p:nvPr/>
        </p:nvSpPr>
        <p:spPr>
          <a:xfrm>
            <a:off x="942012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3:marker"/>
          <p:cNvSpPr/>
          <p:nvPr/>
        </p:nvSpPr>
        <p:spPr>
          <a:xfrm>
            <a:off x="952812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23" name="struct-03:box-text"/>
          <p:cNvSpPr txBox="1"/>
          <p:nvPr/>
        </p:nvSpPr>
        <p:spPr>
          <a:xfrm>
            <a:off x="983412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항체 생산 · 3차 림프 구조</a:t>
            </a:r>
          </a:p>
        </p:txBody>
      </p:sp>
      <p:sp>
        <p:nvSpPr>
          <p:cNvPr id="24" name="struct-03:box"/>
          <p:cNvSpPr/>
          <p:nvPr/>
        </p:nvSpPr>
        <p:spPr>
          <a:xfrm>
            <a:off x="8109112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ruct-03:marker"/>
          <p:cNvSpPr/>
          <p:nvPr/>
        </p:nvSpPr>
        <p:spPr>
          <a:xfrm>
            <a:off x="8217112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26" name="struct-03:box-text"/>
          <p:cNvSpPr txBox="1"/>
          <p:nvPr/>
        </p:nvSpPr>
        <p:spPr>
          <a:xfrm>
            <a:off x="8523112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선천 면역 세포독성</a:t>
            </a:r>
          </a:p>
        </p:txBody>
      </p:sp>
      <p:sp>
        <p:nvSpPr>
          <p:cNvPr id="27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29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30" name="struct-03:box"/>
          <p:cNvSpPr/>
          <p:nvPr/>
        </p:nvSpPr>
        <p:spPr>
          <a:xfrm>
            <a:off x="1779008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3:marker"/>
          <p:cNvSpPr/>
          <p:nvPr/>
        </p:nvSpPr>
        <p:spPr>
          <a:xfrm>
            <a:off x="1887008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6</a:t>
            </a:r>
          </a:p>
        </p:txBody>
      </p:sp>
      <p:sp>
        <p:nvSpPr>
          <p:cNvPr id="32" name="struct-03:box-text"/>
          <p:cNvSpPr txBox="1"/>
          <p:nvPr/>
        </p:nvSpPr>
        <p:spPr>
          <a:xfrm>
            <a:off x="2193008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33" name="struct-03:box"/>
          <p:cNvSpPr/>
          <p:nvPr/>
        </p:nvSpPr>
        <p:spPr>
          <a:xfrm>
            <a:off x="46800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struct-03:marker"/>
          <p:cNvSpPr/>
          <p:nvPr/>
        </p:nvSpPr>
        <p:spPr>
          <a:xfrm>
            <a:off x="57600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7</a:t>
            </a:r>
          </a:p>
        </p:txBody>
      </p:sp>
      <p:sp>
        <p:nvSpPr>
          <p:cNvPr id="35" name="struct-03:box-text"/>
          <p:cNvSpPr txBox="1"/>
          <p:nvPr/>
        </p:nvSpPr>
        <p:spPr>
          <a:xfrm>
            <a:off x="88200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36" name="struct-03:box"/>
          <p:cNvSpPr/>
          <p:nvPr/>
        </p:nvSpPr>
        <p:spPr>
          <a:xfrm>
            <a:off x="1779008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struct-03:marker"/>
          <p:cNvSpPr/>
          <p:nvPr/>
        </p:nvSpPr>
        <p:spPr>
          <a:xfrm>
            <a:off x="1887008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8</a:t>
            </a:r>
          </a:p>
        </p:txBody>
      </p:sp>
      <p:sp>
        <p:nvSpPr>
          <p:cNvPr id="38" name="struct-03:box-text"/>
          <p:cNvSpPr txBox="1"/>
          <p:nvPr/>
        </p:nvSpPr>
        <p:spPr>
          <a:xfrm>
            <a:off x="2193008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미세환경의 주요 세포 여섯 가지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436394" y="3171917"/>
            <a:ext cx="1384048" cy="340925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36394" y="4173158"/>
            <a:ext cx="1384048" cy="340925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 flipH="1">
            <a:off x="3371678" y="4173158"/>
            <a:ext cx="1384048" cy="340925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 flipV="1">
            <a:off x="3371678" y="3171917"/>
            <a:ext cx="1384048" cy="340925"/>
          </a:xfrm>
          <a:prstGeom prst="line">
            <a:avLst/>
          </a:prstGeom>
          <a:ln w="9525">
            <a:solidFill>
              <a:srgbClr val="9F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3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15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6" name="struct-03:box"/>
          <p:cNvSpPr/>
          <p:nvPr/>
        </p:nvSpPr>
        <p:spPr>
          <a:xfrm>
            <a:off x="8820442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3:marker"/>
          <p:cNvSpPr/>
          <p:nvPr/>
        </p:nvSpPr>
        <p:spPr>
          <a:xfrm>
            <a:off x="8928442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8" name="struct-03:box-text"/>
          <p:cNvSpPr txBox="1"/>
          <p:nvPr/>
        </p:nvSpPr>
        <p:spPr>
          <a:xfrm>
            <a:off x="9234442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19" name="struct-03:box"/>
          <p:cNvSpPr/>
          <p:nvPr/>
        </p:nvSpPr>
        <p:spPr>
          <a:xfrm>
            <a:off x="8820442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3:marker"/>
          <p:cNvSpPr/>
          <p:nvPr/>
        </p:nvSpPr>
        <p:spPr>
          <a:xfrm>
            <a:off x="8928442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21" name="struct-03:box-text"/>
          <p:cNvSpPr txBox="1"/>
          <p:nvPr/>
        </p:nvSpPr>
        <p:spPr>
          <a:xfrm>
            <a:off x="9234442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22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24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25" name="struct-03:box"/>
          <p:cNvSpPr/>
          <p:nvPr/>
        </p:nvSpPr>
        <p:spPr>
          <a:xfrm>
            <a:off x="1067678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3:marker"/>
          <p:cNvSpPr/>
          <p:nvPr/>
        </p:nvSpPr>
        <p:spPr>
          <a:xfrm>
            <a:off x="1175678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27" name="struct-03:box-text"/>
          <p:cNvSpPr txBox="1"/>
          <p:nvPr/>
        </p:nvSpPr>
        <p:spPr>
          <a:xfrm>
            <a:off x="1481678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28" name="struct-03:box"/>
          <p:cNvSpPr/>
          <p:nvPr/>
        </p:nvSpPr>
        <p:spPr>
          <a:xfrm>
            <a:off x="1067678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3:marker"/>
          <p:cNvSpPr/>
          <p:nvPr/>
        </p:nvSpPr>
        <p:spPr>
          <a:xfrm>
            <a:off x="1175678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F4C6E"/>
                </a:solidFill>
              </a:rPr>
              <a:t>6</a:t>
            </a:r>
          </a:p>
        </p:txBody>
      </p:sp>
      <p:sp>
        <p:nvSpPr>
          <p:cNvPr id="30" name="struct-03:box-text"/>
          <p:cNvSpPr txBox="1"/>
          <p:nvPr/>
        </p:nvSpPr>
        <p:spPr>
          <a:xfrm>
            <a:off x="1481678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