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F4C6E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0F4C6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0F4C6E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리치 16:9">
  <a:themeElements>
    <a:clrScheme name="HaLab 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