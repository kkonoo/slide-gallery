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60A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6E66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06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06F70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26F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26F7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7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7085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7B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