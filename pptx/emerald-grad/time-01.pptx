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B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106F70"/>
          </a:solidFill>
          <a:ln w="9525">
            <a:solidFill>
              <a:srgbClr val="106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06F70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7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7085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B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6F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6F6D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6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36F7E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