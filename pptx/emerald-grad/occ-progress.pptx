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0B6E5A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0B6E5A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B6E5A"/>
              </a:gs>
              <a:gs pos="100000">
                <a:srgbClr val="16708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B6E5A"/>
              </a:gs>
              <a:gs pos="100000">
                <a:srgbClr val="16708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B6E5A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0B6E5A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