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B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0E6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0E6F69"/>
          </a:solidFill>
          <a:ln w="9525">
            <a:solidFill>
              <a:srgbClr val="0E6F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A0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16F78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A0C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26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26F7E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A1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470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47087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0E6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0E6F69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0E6F69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9EC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C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C6E5E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9FC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E6E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E6E67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12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126F7A"/>
          </a:solidFill>
          <a:ln w="9525">
            <a:solidFill>
              <a:srgbClr val="12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A1C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570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5708B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126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126F7A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126F7A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B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9EC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6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D6E64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116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116F79"/>
          </a:solidFill>
          <a:ln w="9525">
            <a:solidFill>
              <a:srgbClr val="116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A1C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570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57089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A1C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570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5708B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A2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7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6708E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116F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116F79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116F79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