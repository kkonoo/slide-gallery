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0B6E5A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0B6E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0B6E5A"/>
              </a:gs>
              <a:gs pos="100000">
                <a:srgbClr val="16708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0B6E5A"/>
              </a:gs>
              <a:gs pos="100000">
                <a:srgbClr val="16708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0B6E5A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3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에메랄드 클린 16:9">
  <a:themeElements>
    <a:clrScheme name="HaLab 에메랄드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B6E5A"/>
      </a:accent1>
      <a:accent2>
        <a:srgbClr val="60A194"/>
      </a:accent2>
      <a:accent3>
        <a:srgbClr val="9DC5BD"/>
      </a:accent3>
      <a:accent4>
        <a:srgbClr val="7B4FE0"/>
      </a:accent4>
      <a:accent5>
        <a:srgbClr val="9DC5BD"/>
      </a:accent5>
      <a:accent6>
        <a:srgbClr val="E2E5EA"/>
      </a:accent6>
      <a:hlink>
        <a:srgbClr val="0B6E5A"/>
      </a:hlink>
      <a:folHlink>
        <a:srgbClr val="9DC5BD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