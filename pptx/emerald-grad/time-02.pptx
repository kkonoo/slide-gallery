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B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D6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D6E66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06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06F70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26F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26F7B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47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47085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7B4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FFFFFF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B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D6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D6E66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106F70"/>
          </a:solidFill>
          <a:ln w="9525">
            <a:solidFill>
              <a:srgbClr val="106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26F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26F7B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47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47085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