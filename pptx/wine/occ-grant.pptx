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1F3D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1F3D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7A1F3D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C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F2E9EC"/>
          </a:solidFill>
          <a:ln w="12700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7A1F3D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