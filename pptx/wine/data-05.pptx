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 논문은 3년차 목표의 90%를 채웠다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 게재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555606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447337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4473375" y="2505615"/>
            <a:ext cx="3165950" cy="1622685"/>
          </a:xfrm>
          <a:custGeom>
            <a:avLst/>
            <a:gdLst/>
            <a:ahLst/>
            <a:cxnLst/>
            <a:rect l="l" t="t" r="r" b="b"/>
            <a:pathLst>
              <a:path w="316595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476545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90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450465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739078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1125612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</a:t>
            </a:r>
            <a:r>
              <a:rPr sz="1400" b="1" spc="-40">
                <a:solidFill>
                  <a:srgbClr val="262B33"/>
                </a:solidFill>
              </a:rPr>
              <a:t>9편</a:t>
            </a:r>
          </a:p>
        </p:txBody>
      </p:sp>
      <p:cxnSp>
        <p:nvCxnSpPr>
          <p:cNvPr id="1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남은 1편은 심사 중(2차 수정 제출)으로, 4년차 상반기 게재가 예상된다.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3년차 성과지표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특허 출원은 3년차 목표를 이미 넘겼다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173202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63000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630000" y="2738702"/>
            <a:ext cx="3203674" cy="1642020"/>
          </a:xfrm>
          <a:custGeom>
            <a:avLst/>
            <a:gdLst/>
            <a:ahLst/>
            <a:cxnLst/>
            <a:rect l="l" t="t" r="r" b="b"/>
            <a:pathLst>
              <a:path w="3203674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92556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66301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358433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10편 · 실적 9편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429204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555606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445404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474960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125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448705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740837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429204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4건 · 실적 </a:t>
            </a:r>
            <a:r>
              <a:rPr sz="1400" b="1" spc="-40">
                <a:solidFill>
                  <a:srgbClr val="262B33"/>
                </a:solidFill>
              </a:rPr>
              <a:t>5건</a:t>
            </a:r>
          </a:p>
        </p:txBody>
      </p:sp>
      <p:sp>
        <p:nvSpPr>
          <p:cNvPr id="21" name="data-05:label"/>
          <p:cNvSpPr txBox="1"/>
          <p:nvPr/>
        </p:nvSpPr>
        <p:spPr>
          <a:xfrm>
            <a:off x="8116080" y="2129555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기술이전</a:t>
            </a:r>
          </a:p>
        </p:txBody>
      </p:sp>
      <p:sp>
        <p:nvSpPr>
          <p:cNvPr id="22" name="data-05:tick"/>
          <p:cNvSpPr txBox="1"/>
          <p:nvPr/>
        </p:nvSpPr>
        <p:spPr>
          <a:xfrm>
            <a:off x="9380100" y="2528700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23" name="data-05:track"/>
          <p:cNvSpPr/>
          <p:nvPr/>
        </p:nvSpPr>
        <p:spPr>
          <a:xfrm>
            <a:off x="8278080" y="2738702"/>
            <a:ext cx="3284040" cy="1642020"/>
          </a:xfrm>
          <a:custGeom>
            <a:avLst/>
            <a:gdLst/>
            <a:ahLst/>
            <a:cxnLst/>
            <a:rect l="l" t="t" r="r" b="b"/>
            <a:pathLst>
              <a:path w="328404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85003" y="562"/>
                </a:lnTo>
                <a:lnTo>
                  <a:pt x="1727957" y="2250"/>
                </a:lnTo>
                <a:lnTo>
                  <a:pt x="1770851" y="5062"/>
                </a:lnTo>
                <a:lnTo>
                  <a:pt x="1813658" y="8995"/>
                </a:lnTo>
                <a:lnTo>
                  <a:pt x="1856347" y="14047"/>
                </a:lnTo>
                <a:lnTo>
                  <a:pt x="1898889" y="20216"/>
                </a:lnTo>
                <a:lnTo>
                  <a:pt x="1941254" y="27496"/>
                </a:lnTo>
                <a:lnTo>
                  <a:pt x="1983415" y="35882"/>
                </a:lnTo>
                <a:lnTo>
                  <a:pt x="2025342" y="45369"/>
                </a:lnTo>
                <a:lnTo>
                  <a:pt x="2067006" y="55950"/>
                </a:lnTo>
                <a:lnTo>
                  <a:pt x="2108379" y="67619"/>
                </a:lnTo>
                <a:lnTo>
                  <a:pt x="2149432" y="80366"/>
                </a:lnTo>
                <a:lnTo>
                  <a:pt x="2190138" y="94184"/>
                </a:lnTo>
                <a:lnTo>
                  <a:pt x="2230467" y="109062"/>
                </a:lnTo>
                <a:lnTo>
                  <a:pt x="2270394" y="124991"/>
                </a:lnTo>
                <a:lnTo>
                  <a:pt x="2309890" y="141960"/>
                </a:lnTo>
                <a:lnTo>
                  <a:pt x="2348928" y="159957"/>
                </a:lnTo>
                <a:lnTo>
                  <a:pt x="2387481" y="178969"/>
                </a:lnTo>
                <a:lnTo>
                  <a:pt x="2425524" y="198984"/>
                </a:lnTo>
                <a:lnTo>
                  <a:pt x="2463030" y="219989"/>
                </a:lnTo>
                <a:lnTo>
                  <a:pt x="2499973" y="241968"/>
                </a:lnTo>
                <a:lnTo>
                  <a:pt x="2536328" y="264906"/>
                </a:lnTo>
                <a:lnTo>
                  <a:pt x="2572070" y="288788"/>
                </a:lnTo>
                <a:lnTo>
                  <a:pt x="2607175" y="313598"/>
                </a:lnTo>
                <a:lnTo>
                  <a:pt x="2641618" y="339318"/>
                </a:lnTo>
                <a:lnTo>
                  <a:pt x="2675377" y="365931"/>
                </a:lnTo>
                <a:lnTo>
                  <a:pt x="2708427" y="393418"/>
                </a:lnTo>
                <a:lnTo>
                  <a:pt x="2740746" y="421761"/>
                </a:lnTo>
                <a:lnTo>
                  <a:pt x="2772312" y="450941"/>
                </a:lnTo>
                <a:lnTo>
                  <a:pt x="2803103" y="480936"/>
                </a:lnTo>
                <a:lnTo>
                  <a:pt x="2833099" y="511728"/>
                </a:lnTo>
                <a:lnTo>
                  <a:pt x="2862279" y="543294"/>
                </a:lnTo>
                <a:lnTo>
                  <a:pt x="2890622" y="575613"/>
                </a:lnTo>
                <a:lnTo>
                  <a:pt x="2918109" y="608663"/>
                </a:lnTo>
                <a:lnTo>
                  <a:pt x="2944722" y="642421"/>
                </a:lnTo>
                <a:lnTo>
                  <a:pt x="2970442" y="676865"/>
                </a:lnTo>
                <a:lnTo>
                  <a:pt x="2995252" y="711969"/>
                </a:lnTo>
                <a:lnTo>
                  <a:pt x="3019134" y="747712"/>
                </a:lnTo>
                <a:lnTo>
                  <a:pt x="3042072" y="784067"/>
                </a:lnTo>
                <a:lnTo>
                  <a:pt x="3064051" y="821010"/>
                </a:lnTo>
                <a:lnTo>
                  <a:pt x="3085055" y="858516"/>
                </a:lnTo>
                <a:lnTo>
                  <a:pt x="3105071" y="896558"/>
                </a:lnTo>
                <a:lnTo>
                  <a:pt x="3124083" y="935112"/>
                </a:lnTo>
                <a:lnTo>
                  <a:pt x="3142080" y="974150"/>
                </a:lnTo>
                <a:lnTo>
                  <a:pt x="3159049" y="1013646"/>
                </a:lnTo>
                <a:lnTo>
                  <a:pt x="3174978" y="1053572"/>
                </a:lnTo>
                <a:lnTo>
                  <a:pt x="3189856" y="1093902"/>
                </a:lnTo>
                <a:lnTo>
                  <a:pt x="3203674" y="1134608"/>
                </a:lnTo>
                <a:lnTo>
                  <a:pt x="3216421" y="1175661"/>
                </a:lnTo>
                <a:lnTo>
                  <a:pt x="3228090" y="1217034"/>
                </a:lnTo>
                <a:lnTo>
                  <a:pt x="3238671" y="1258698"/>
                </a:lnTo>
                <a:lnTo>
                  <a:pt x="3248158" y="1300625"/>
                </a:lnTo>
                <a:lnTo>
                  <a:pt x="3256544" y="1342785"/>
                </a:lnTo>
                <a:lnTo>
                  <a:pt x="3263824" y="1385151"/>
                </a:lnTo>
                <a:lnTo>
                  <a:pt x="3269992" y="1427693"/>
                </a:lnTo>
                <a:lnTo>
                  <a:pt x="3275045" y="1470382"/>
                </a:lnTo>
                <a:lnTo>
                  <a:pt x="3278978" y="1513188"/>
                </a:lnTo>
                <a:lnTo>
                  <a:pt x="3281790" y="1556083"/>
                </a:lnTo>
                <a:lnTo>
                  <a:pt x="3283477" y="1599037"/>
                </a:lnTo>
                <a:lnTo>
                  <a:pt x="3284040" y="1642020"/>
                </a:lnTo>
                <a:lnTo>
                  <a:pt x="2988476" y="1642020"/>
                </a:lnTo>
                <a:lnTo>
                  <a:pt x="2988015" y="1606774"/>
                </a:lnTo>
                <a:lnTo>
                  <a:pt x="2986631" y="1571552"/>
                </a:lnTo>
                <a:lnTo>
                  <a:pt x="2984326" y="1536378"/>
                </a:lnTo>
                <a:lnTo>
                  <a:pt x="2981100" y="1501277"/>
                </a:lnTo>
                <a:lnTo>
                  <a:pt x="2976957" y="1466272"/>
                </a:lnTo>
                <a:lnTo>
                  <a:pt x="2971899" y="1431388"/>
                </a:lnTo>
                <a:lnTo>
                  <a:pt x="2965930" y="1396648"/>
                </a:lnTo>
                <a:lnTo>
                  <a:pt x="2959053" y="1362076"/>
                </a:lnTo>
                <a:lnTo>
                  <a:pt x="2951274" y="1327696"/>
                </a:lnTo>
                <a:lnTo>
                  <a:pt x="2942597" y="1293531"/>
                </a:lnTo>
                <a:lnTo>
                  <a:pt x="2933029" y="1259605"/>
                </a:lnTo>
                <a:lnTo>
                  <a:pt x="2922576" y="1225942"/>
                </a:lnTo>
                <a:lnTo>
                  <a:pt x="2911246" y="1192563"/>
                </a:lnTo>
                <a:lnTo>
                  <a:pt x="2899045" y="1159493"/>
                </a:lnTo>
                <a:lnTo>
                  <a:pt x="2885984" y="1126753"/>
                </a:lnTo>
                <a:lnTo>
                  <a:pt x="2872069" y="1094367"/>
                </a:lnTo>
                <a:lnTo>
                  <a:pt x="2857312" y="1062355"/>
                </a:lnTo>
                <a:lnTo>
                  <a:pt x="2841721" y="1030741"/>
                </a:lnTo>
                <a:lnTo>
                  <a:pt x="2825309" y="999546"/>
                </a:lnTo>
                <a:lnTo>
                  <a:pt x="2808085" y="968792"/>
                </a:lnTo>
                <a:lnTo>
                  <a:pt x="2790063" y="938498"/>
                </a:lnTo>
                <a:lnTo>
                  <a:pt x="2771253" y="908687"/>
                </a:lnTo>
                <a:lnTo>
                  <a:pt x="2751670" y="879378"/>
                </a:lnTo>
                <a:lnTo>
                  <a:pt x="2731326" y="850593"/>
                </a:lnTo>
                <a:lnTo>
                  <a:pt x="2710236" y="822349"/>
                </a:lnTo>
                <a:lnTo>
                  <a:pt x="2688413" y="794667"/>
                </a:lnTo>
                <a:lnTo>
                  <a:pt x="2665873" y="767566"/>
                </a:lnTo>
                <a:lnTo>
                  <a:pt x="2642632" y="741065"/>
                </a:lnTo>
                <a:lnTo>
                  <a:pt x="2618705" y="715180"/>
                </a:lnTo>
                <a:lnTo>
                  <a:pt x="2594108" y="689931"/>
                </a:lnTo>
                <a:lnTo>
                  <a:pt x="2568859" y="665335"/>
                </a:lnTo>
                <a:lnTo>
                  <a:pt x="2542975" y="641408"/>
                </a:lnTo>
                <a:lnTo>
                  <a:pt x="2516473" y="618166"/>
                </a:lnTo>
                <a:lnTo>
                  <a:pt x="2489372" y="595627"/>
                </a:lnTo>
                <a:lnTo>
                  <a:pt x="2461691" y="573804"/>
                </a:lnTo>
                <a:lnTo>
                  <a:pt x="2433447" y="552714"/>
                </a:lnTo>
                <a:lnTo>
                  <a:pt x="2404661" y="532370"/>
                </a:lnTo>
                <a:lnTo>
                  <a:pt x="2375353" y="512786"/>
                </a:lnTo>
                <a:lnTo>
                  <a:pt x="2345542" y="493977"/>
                </a:lnTo>
                <a:lnTo>
                  <a:pt x="2315248" y="475954"/>
                </a:lnTo>
                <a:lnTo>
                  <a:pt x="2284493" y="458731"/>
                </a:lnTo>
                <a:lnTo>
                  <a:pt x="2253298" y="442318"/>
                </a:lnTo>
                <a:lnTo>
                  <a:pt x="2221684" y="426728"/>
                </a:lnTo>
                <a:lnTo>
                  <a:pt x="2189673" y="411971"/>
                </a:lnTo>
                <a:lnTo>
                  <a:pt x="2157287" y="398056"/>
                </a:lnTo>
                <a:lnTo>
                  <a:pt x="2124547" y="384994"/>
                </a:lnTo>
                <a:lnTo>
                  <a:pt x="2091476" y="372794"/>
                </a:lnTo>
                <a:lnTo>
                  <a:pt x="2058098" y="361464"/>
                </a:lnTo>
                <a:lnTo>
                  <a:pt x="2024434" y="351011"/>
                </a:lnTo>
                <a:lnTo>
                  <a:pt x="1990509" y="341443"/>
                </a:lnTo>
                <a:lnTo>
                  <a:pt x="1956344" y="332766"/>
                </a:lnTo>
                <a:lnTo>
                  <a:pt x="1921964" y="324987"/>
                </a:lnTo>
                <a:lnTo>
                  <a:pt x="1887392" y="318110"/>
                </a:lnTo>
                <a:lnTo>
                  <a:pt x="1852652" y="312140"/>
                </a:lnTo>
                <a:lnTo>
                  <a:pt x="1817768" y="307082"/>
                </a:lnTo>
                <a:lnTo>
                  <a:pt x="1782763" y="302939"/>
                </a:lnTo>
                <a:lnTo>
                  <a:pt x="1747662" y="299714"/>
                </a:lnTo>
                <a:lnTo>
                  <a:pt x="1712488" y="297409"/>
                </a:lnTo>
                <a:lnTo>
                  <a:pt x="1677266" y="296025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ta-05:arc"/>
          <p:cNvSpPr/>
          <p:nvPr/>
        </p:nvSpPr>
        <p:spPr>
          <a:xfrm>
            <a:off x="8278080" y="2738702"/>
            <a:ext cx="1642020" cy="1642020"/>
          </a:xfrm>
          <a:custGeom>
            <a:avLst/>
            <a:gdLst/>
            <a:ahLst/>
            <a:cxnLst/>
            <a:rect l="l" t="t" r="r" b="b"/>
            <a:pathLst>
              <a:path w="1642020" h="1642020">
                <a:moveTo>
                  <a:pt x="0" y="1642020"/>
                </a:moveTo>
                <a:lnTo>
                  <a:pt x="563" y="1599037"/>
                </a:lnTo>
                <a:lnTo>
                  <a:pt x="2250" y="1556083"/>
                </a:lnTo>
                <a:lnTo>
                  <a:pt x="5062" y="1513188"/>
                </a:lnTo>
                <a:lnTo>
                  <a:pt x="8995" y="1470382"/>
                </a:lnTo>
                <a:lnTo>
                  <a:pt x="14048" y="1427693"/>
                </a:lnTo>
                <a:lnTo>
                  <a:pt x="20216" y="1385151"/>
                </a:lnTo>
                <a:lnTo>
                  <a:pt x="27496" y="1342785"/>
                </a:lnTo>
                <a:lnTo>
                  <a:pt x="35882" y="1300625"/>
                </a:lnTo>
                <a:lnTo>
                  <a:pt x="45369" y="1258698"/>
                </a:lnTo>
                <a:lnTo>
                  <a:pt x="55950" y="1217034"/>
                </a:lnTo>
                <a:lnTo>
                  <a:pt x="67619" y="1175661"/>
                </a:lnTo>
                <a:lnTo>
                  <a:pt x="80366" y="1134608"/>
                </a:lnTo>
                <a:lnTo>
                  <a:pt x="94184" y="1093902"/>
                </a:lnTo>
                <a:lnTo>
                  <a:pt x="109062" y="1053572"/>
                </a:lnTo>
                <a:lnTo>
                  <a:pt x="124991" y="1013646"/>
                </a:lnTo>
                <a:lnTo>
                  <a:pt x="141960" y="974150"/>
                </a:lnTo>
                <a:lnTo>
                  <a:pt x="159957" y="935112"/>
                </a:lnTo>
                <a:lnTo>
                  <a:pt x="178969" y="896558"/>
                </a:lnTo>
                <a:lnTo>
                  <a:pt x="198985" y="858516"/>
                </a:lnTo>
                <a:lnTo>
                  <a:pt x="219989" y="821010"/>
                </a:lnTo>
                <a:lnTo>
                  <a:pt x="241968" y="784067"/>
                </a:lnTo>
                <a:lnTo>
                  <a:pt x="264906" y="747712"/>
                </a:lnTo>
                <a:lnTo>
                  <a:pt x="288788" y="711969"/>
                </a:lnTo>
                <a:lnTo>
                  <a:pt x="313598" y="676865"/>
                </a:lnTo>
                <a:lnTo>
                  <a:pt x="339318" y="642421"/>
                </a:lnTo>
                <a:lnTo>
                  <a:pt x="365931" y="608663"/>
                </a:lnTo>
                <a:lnTo>
                  <a:pt x="393418" y="575613"/>
                </a:lnTo>
                <a:lnTo>
                  <a:pt x="421761" y="543294"/>
                </a:lnTo>
                <a:lnTo>
                  <a:pt x="450941" y="511728"/>
                </a:lnTo>
                <a:lnTo>
                  <a:pt x="480937" y="480936"/>
                </a:lnTo>
                <a:lnTo>
                  <a:pt x="511728" y="450941"/>
                </a:lnTo>
                <a:lnTo>
                  <a:pt x="543294" y="421761"/>
                </a:lnTo>
                <a:lnTo>
                  <a:pt x="575613" y="393418"/>
                </a:lnTo>
                <a:lnTo>
                  <a:pt x="608663" y="365931"/>
                </a:lnTo>
                <a:lnTo>
                  <a:pt x="642422" y="339318"/>
                </a:lnTo>
                <a:lnTo>
                  <a:pt x="676865" y="313598"/>
                </a:lnTo>
                <a:lnTo>
                  <a:pt x="711970" y="288788"/>
                </a:lnTo>
                <a:lnTo>
                  <a:pt x="747712" y="264906"/>
                </a:lnTo>
                <a:lnTo>
                  <a:pt x="784067" y="241968"/>
                </a:lnTo>
                <a:lnTo>
                  <a:pt x="821010" y="219989"/>
                </a:lnTo>
                <a:lnTo>
                  <a:pt x="858516" y="198984"/>
                </a:lnTo>
                <a:lnTo>
                  <a:pt x="896559" y="178969"/>
                </a:lnTo>
                <a:lnTo>
                  <a:pt x="935112" y="159957"/>
                </a:lnTo>
                <a:lnTo>
                  <a:pt x="974150" y="141960"/>
                </a:lnTo>
                <a:lnTo>
                  <a:pt x="1013646" y="124991"/>
                </a:lnTo>
                <a:lnTo>
                  <a:pt x="1053573" y="109062"/>
                </a:lnTo>
                <a:lnTo>
                  <a:pt x="1093902" y="94184"/>
                </a:lnTo>
                <a:lnTo>
                  <a:pt x="1134608" y="80366"/>
                </a:lnTo>
                <a:lnTo>
                  <a:pt x="1175661" y="67619"/>
                </a:lnTo>
                <a:lnTo>
                  <a:pt x="1217034" y="55950"/>
                </a:lnTo>
                <a:lnTo>
                  <a:pt x="1258698" y="45369"/>
                </a:lnTo>
                <a:lnTo>
                  <a:pt x="1300625" y="35882"/>
                </a:lnTo>
                <a:lnTo>
                  <a:pt x="1342786" y="27496"/>
                </a:lnTo>
                <a:lnTo>
                  <a:pt x="1385151" y="20216"/>
                </a:lnTo>
                <a:lnTo>
                  <a:pt x="1427693" y="14047"/>
                </a:lnTo>
                <a:lnTo>
                  <a:pt x="1470382" y="8995"/>
                </a:lnTo>
                <a:lnTo>
                  <a:pt x="1513189" y="5062"/>
                </a:lnTo>
                <a:lnTo>
                  <a:pt x="1556083" y="2250"/>
                </a:lnTo>
                <a:lnTo>
                  <a:pt x="1599037" y="562"/>
                </a:lnTo>
                <a:lnTo>
                  <a:pt x="1642020" y="0"/>
                </a:lnTo>
                <a:lnTo>
                  <a:pt x="1642020" y="295563"/>
                </a:lnTo>
                <a:lnTo>
                  <a:pt x="1606774" y="296025"/>
                </a:lnTo>
                <a:lnTo>
                  <a:pt x="1571552" y="297409"/>
                </a:lnTo>
                <a:lnTo>
                  <a:pt x="1536378" y="299714"/>
                </a:lnTo>
                <a:lnTo>
                  <a:pt x="1501277" y="302939"/>
                </a:lnTo>
                <a:lnTo>
                  <a:pt x="1466272" y="307082"/>
                </a:lnTo>
                <a:lnTo>
                  <a:pt x="1431388" y="312140"/>
                </a:lnTo>
                <a:lnTo>
                  <a:pt x="1396648" y="318110"/>
                </a:lnTo>
                <a:lnTo>
                  <a:pt x="1362076" y="324987"/>
                </a:lnTo>
                <a:lnTo>
                  <a:pt x="1327696" y="332766"/>
                </a:lnTo>
                <a:lnTo>
                  <a:pt x="1293531" y="341443"/>
                </a:lnTo>
                <a:lnTo>
                  <a:pt x="1259606" y="351011"/>
                </a:lnTo>
                <a:lnTo>
                  <a:pt x="1225942" y="361464"/>
                </a:lnTo>
                <a:lnTo>
                  <a:pt x="1192564" y="372794"/>
                </a:lnTo>
                <a:lnTo>
                  <a:pt x="1159493" y="384994"/>
                </a:lnTo>
                <a:lnTo>
                  <a:pt x="1126753" y="398056"/>
                </a:lnTo>
                <a:lnTo>
                  <a:pt x="1094367" y="411971"/>
                </a:lnTo>
                <a:lnTo>
                  <a:pt x="1062356" y="426728"/>
                </a:lnTo>
                <a:lnTo>
                  <a:pt x="1030742" y="442318"/>
                </a:lnTo>
                <a:lnTo>
                  <a:pt x="999547" y="458731"/>
                </a:lnTo>
                <a:lnTo>
                  <a:pt x="968792" y="475954"/>
                </a:lnTo>
                <a:lnTo>
                  <a:pt x="938498" y="493977"/>
                </a:lnTo>
                <a:lnTo>
                  <a:pt x="908687" y="512786"/>
                </a:lnTo>
                <a:lnTo>
                  <a:pt x="879379" y="532370"/>
                </a:lnTo>
                <a:lnTo>
                  <a:pt x="850593" y="552714"/>
                </a:lnTo>
                <a:lnTo>
                  <a:pt x="822349" y="573804"/>
                </a:lnTo>
                <a:lnTo>
                  <a:pt x="794668" y="595627"/>
                </a:lnTo>
                <a:lnTo>
                  <a:pt x="767567" y="618166"/>
                </a:lnTo>
                <a:lnTo>
                  <a:pt x="741065" y="641408"/>
                </a:lnTo>
                <a:lnTo>
                  <a:pt x="715181" y="665335"/>
                </a:lnTo>
                <a:lnTo>
                  <a:pt x="689932" y="689931"/>
                </a:lnTo>
                <a:lnTo>
                  <a:pt x="665335" y="715180"/>
                </a:lnTo>
                <a:lnTo>
                  <a:pt x="641408" y="741065"/>
                </a:lnTo>
                <a:lnTo>
                  <a:pt x="618167" y="767566"/>
                </a:lnTo>
                <a:lnTo>
                  <a:pt x="595627" y="794667"/>
                </a:lnTo>
                <a:lnTo>
                  <a:pt x="573804" y="822349"/>
                </a:lnTo>
                <a:lnTo>
                  <a:pt x="552714" y="850593"/>
                </a:lnTo>
                <a:lnTo>
                  <a:pt x="532370" y="879378"/>
                </a:lnTo>
                <a:lnTo>
                  <a:pt x="512787" y="908687"/>
                </a:lnTo>
                <a:lnTo>
                  <a:pt x="493977" y="938498"/>
                </a:lnTo>
                <a:lnTo>
                  <a:pt x="475955" y="968792"/>
                </a:lnTo>
                <a:lnTo>
                  <a:pt x="458731" y="999546"/>
                </a:lnTo>
                <a:lnTo>
                  <a:pt x="442319" y="1030741"/>
                </a:lnTo>
                <a:lnTo>
                  <a:pt x="426728" y="1062355"/>
                </a:lnTo>
                <a:lnTo>
                  <a:pt x="411971" y="1094367"/>
                </a:lnTo>
                <a:lnTo>
                  <a:pt x="398056" y="1126753"/>
                </a:lnTo>
                <a:lnTo>
                  <a:pt x="384995" y="1159493"/>
                </a:lnTo>
                <a:lnTo>
                  <a:pt x="372794" y="1192563"/>
                </a:lnTo>
                <a:lnTo>
                  <a:pt x="361464" y="1225942"/>
                </a:lnTo>
                <a:lnTo>
                  <a:pt x="351011" y="1259605"/>
                </a:lnTo>
                <a:lnTo>
                  <a:pt x="341443" y="1293531"/>
                </a:lnTo>
                <a:lnTo>
                  <a:pt x="332766" y="1327696"/>
                </a:lnTo>
                <a:lnTo>
                  <a:pt x="324987" y="1362076"/>
                </a:lnTo>
                <a:lnTo>
                  <a:pt x="318110" y="1396648"/>
                </a:lnTo>
                <a:lnTo>
                  <a:pt x="312141" y="1431388"/>
                </a:lnTo>
                <a:lnTo>
                  <a:pt x="307083" y="1466272"/>
                </a:lnTo>
                <a:lnTo>
                  <a:pt x="302940" y="1501277"/>
                </a:lnTo>
                <a:lnTo>
                  <a:pt x="299714" y="1536378"/>
                </a:lnTo>
                <a:lnTo>
                  <a:pt x="297409" y="1571552"/>
                </a:lnTo>
                <a:lnTo>
                  <a:pt x="296025" y="1606774"/>
                </a:lnTo>
                <a:lnTo>
                  <a:pt x="295564" y="1642020"/>
                </a:lnTo>
                <a:close/>
              </a:path>
            </a:pathLst>
          </a:cu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ta-05:value"/>
          <p:cNvSpPr txBox="1"/>
          <p:nvPr/>
        </p:nvSpPr>
        <p:spPr>
          <a:xfrm>
            <a:off x="8573644" y="3488894"/>
            <a:ext cx="269291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50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26" name="data-05:tick"/>
          <p:cNvSpPr txBox="1"/>
          <p:nvPr/>
        </p:nvSpPr>
        <p:spPr>
          <a:xfrm>
            <a:off x="8311099" y="4434722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27" name="data-05:tick"/>
          <p:cNvSpPr txBox="1"/>
          <p:nvPr/>
        </p:nvSpPr>
        <p:spPr>
          <a:xfrm>
            <a:off x="11232418" y="4434722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8" name="data-05:note"/>
          <p:cNvSpPr txBox="1"/>
          <p:nvPr/>
        </p:nvSpPr>
        <p:spPr>
          <a:xfrm>
            <a:off x="8116080" y="4745524"/>
            <a:ext cx="360804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2건 · 실적 1건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모집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 모집이 계획보다 늦어 일정 조정이 필요하다</a:t>
            </a:r>
          </a:p>
        </p:txBody>
      </p:sp>
      <p:sp>
        <p:nvSpPr>
          <p:cNvPr id="5" name="data-05:label"/>
          <p:cNvSpPr txBox="1"/>
          <p:nvPr/>
        </p:nvSpPr>
        <p:spPr>
          <a:xfrm>
            <a:off x="46800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모집률</a:t>
            </a:r>
          </a:p>
        </p:txBody>
      </p:sp>
      <p:sp>
        <p:nvSpPr>
          <p:cNvPr id="6" name="data-05:tick"/>
          <p:cNvSpPr txBox="1"/>
          <p:nvPr/>
        </p:nvSpPr>
        <p:spPr>
          <a:xfrm>
            <a:off x="268803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7" name="data-05:track"/>
          <p:cNvSpPr/>
          <p:nvPr/>
        </p:nvSpPr>
        <p:spPr>
          <a:xfrm>
            <a:off x="160534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ta-05:arc"/>
          <p:cNvSpPr/>
          <p:nvPr/>
        </p:nvSpPr>
        <p:spPr>
          <a:xfrm>
            <a:off x="1605345" y="2505673"/>
            <a:ext cx="2220035" cy="1622627"/>
          </a:xfrm>
          <a:custGeom>
            <a:avLst/>
            <a:gdLst/>
            <a:ahLst/>
            <a:cxnLst/>
            <a:rect l="l" t="t" r="r" b="b"/>
            <a:pathLst>
              <a:path w="2220035" h="1622627">
                <a:moveTo>
                  <a:pt x="0" y="1622627"/>
                </a:moveTo>
                <a:lnTo>
                  <a:pt x="562" y="1579920"/>
                </a:lnTo>
                <a:lnTo>
                  <a:pt x="2248" y="1537243"/>
                </a:lnTo>
                <a:lnTo>
                  <a:pt x="5056" y="1494626"/>
                </a:lnTo>
                <a:lnTo>
                  <a:pt x="8986" y="1452096"/>
                </a:lnTo>
                <a:lnTo>
                  <a:pt x="14033" y="1409686"/>
                </a:lnTo>
                <a:lnTo>
                  <a:pt x="20194" y="1367422"/>
                </a:lnTo>
                <a:lnTo>
                  <a:pt x="27466" y="1325335"/>
                </a:lnTo>
                <a:lnTo>
                  <a:pt x="35843" y="1283455"/>
                </a:lnTo>
                <a:lnTo>
                  <a:pt x="45319" y="1241809"/>
                </a:lnTo>
                <a:lnTo>
                  <a:pt x="55888" y="1200427"/>
                </a:lnTo>
                <a:lnTo>
                  <a:pt x="67542" y="1159338"/>
                </a:lnTo>
                <a:lnTo>
                  <a:pt x="80274" y="1118569"/>
                </a:lnTo>
                <a:lnTo>
                  <a:pt x="94074" y="1078150"/>
                </a:lnTo>
                <a:lnTo>
                  <a:pt x="108933" y="1038108"/>
                </a:lnTo>
                <a:lnTo>
                  <a:pt x="124841" y="998471"/>
                </a:lnTo>
                <a:lnTo>
                  <a:pt x="141787" y="959267"/>
                </a:lnTo>
                <a:lnTo>
                  <a:pt x="159758" y="920521"/>
                </a:lnTo>
                <a:lnTo>
                  <a:pt x="178743" y="882263"/>
                </a:lnTo>
                <a:lnTo>
                  <a:pt x="198729" y="844517"/>
                </a:lnTo>
                <a:lnTo>
                  <a:pt x="219701" y="807310"/>
                </a:lnTo>
                <a:lnTo>
                  <a:pt x="241644" y="770668"/>
                </a:lnTo>
                <a:lnTo>
                  <a:pt x="264545" y="734617"/>
                </a:lnTo>
                <a:lnTo>
                  <a:pt x="288386" y="699180"/>
                </a:lnTo>
                <a:lnTo>
                  <a:pt x="313152" y="664383"/>
                </a:lnTo>
                <a:lnTo>
                  <a:pt x="338825" y="630250"/>
                </a:lnTo>
                <a:lnTo>
                  <a:pt x="365388" y="596805"/>
                </a:lnTo>
                <a:lnTo>
                  <a:pt x="392821" y="564070"/>
                </a:lnTo>
                <a:lnTo>
                  <a:pt x="421107" y="532069"/>
                </a:lnTo>
                <a:lnTo>
                  <a:pt x="450225" y="500823"/>
                </a:lnTo>
                <a:lnTo>
                  <a:pt x="480155" y="470354"/>
                </a:lnTo>
                <a:lnTo>
                  <a:pt x="510877" y="440684"/>
                </a:lnTo>
                <a:lnTo>
                  <a:pt x="542369" y="411832"/>
                </a:lnTo>
                <a:lnTo>
                  <a:pt x="574609" y="383819"/>
                </a:lnTo>
                <a:lnTo>
                  <a:pt x="607576" y="356665"/>
                </a:lnTo>
                <a:lnTo>
                  <a:pt x="641245" y="330387"/>
                </a:lnTo>
                <a:lnTo>
                  <a:pt x="675595" y="305005"/>
                </a:lnTo>
                <a:lnTo>
                  <a:pt x="710601" y="280536"/>
                </a:lnTo>
                <a:lnTo>
                  <a:pt x="746238" y="256996"/>
                </a:lnTo>
                <a:lnTo>
                  <a:pt x="782483" y="234402"/>
                </a:lnTo>
                <a:lnTo>
                  <a:pt x="819310" y="212770"/>
                </a:lnTo>
                <a:lnTo>
                  <a:pt x="856694" y="192115"/>
                </a:lnTo>
                <a:lnTo>
                  <a:pt x="894608" y="172451"/>
                </a:lnTo>
                <a:lnTo>
                  <a:pt x="933026" y="153791"/>
                </a:lnTo>
                <a:lnTo>
                  <a:pt x="971923" y="136149"/>
                </a:lnTo>
                <a:lnTo>
                  <a:pt x="1011270" y="119537"/>
                </a:lnTo>
                <a:lnTo>
                  <a:pt x="1051040" y="103966"/>
                </a:lnTo>
                <a:lnTo>
                  <a:pt x="1091207" y="89448"/>
                </a:lnTo>
                <a:lnTo>
                  <a:pt x="1131742" y="75991"/>
                </a:lnTo>
                <a:lnTo>
                  <a:pt x="1172617" y="63606"/>
                </a:lnTo>
                <a:lnTo>
                  <a:pt x="1213804" y="52301"/>
                </a:lnTo>
                <a:lnTo>
                  <a:pt x="1255274" y="42084"/>
                </a:lnTo>
                <a:lnTo>
                  <a:pt x="1296999" y="32962"/>
                </a:lnTo>
                <a:lnTo>
                  <a:pt x="1338949" y="24941"/>
                </a:lnTo>
                <a:lnTo>
                  <a:pt x="1381096" y="18027"/>
                </a:lnTo>
                <a:lnTo>
                  <a:pt x="1423410" y="12224"/>
                </a:lnTo>
                <a:lnTo>
                  <a:pt x="1465862" y="7538"/>
                </a:lnTo>
                <a:lnTo>
                  <a:pt x="1508423" y="3970"/>
                </a:lnTo>
                <a:lnTo>
                  <a:pt x="1551063" y="1523"/>
                </a:lnTo>
                <a:lnTo>
                  <a:pt x="1593753" y="200"/>
                </a:lnTo>
                <a:lnTo>
                  <a:pt x="1636463" y="0"/>
                </a:lnTo>
                <a:lnTo>
                  <a:pt x="1679163" y="925"/>
                </a:lnTo>
                <a:lnTo>
                  <a:pt x="1721824" y="2973"/>
                </a:lnTo>
                <a:lnTo>
                  <a:pt x="1764416" y="6143"/>
                </a:lnTo>
                <a:lnTo>
                  <a:pt x="1806911" y="10433"/>
                </a:lnTo>
                <a:lnTo>
                  <a:pt x="1849277" y="15840"/>
                </a:lnTo>
                <a:lnTo>
                  <a:pt x="1891487" y="22360"/>
                </a:lnTo>
                <a:lnTo>
                  <a:pt x="1933510" y="29989"/>
                </a:lnTo>
                <a:lnTo>
                  <a:pt x="1975318" y="38721"/>
                </a:lnTo>
                <a:lnTo>
                  <a:pt x="2016882" y="48551"/>
                </a:lnTo>
                <a:lnTo>
                  <a:pt x="2058172" y="59471"/>
                </a:lnTo>
                <a:lnTo>
                  <a:pt x="2099161" y="71473"/>
                </a:lnTo>
                <a:lnTo>
                  <a:pt x="2139820" y="84551"/>
                </a:lnTo>
                <a:lnTo>
                  <a:pt x="2180121" y="98694"/>
                </a:lnTo>
                <a:lnTo>
                  <a:pt x="2220035" y="113892"/>
                </a:lnTo>
                <a:lnTo>
                  <a:pt x="2112512" y="385465"/>
                </a:lnTo>
                <a:lnTo>
                  <a:pt x="2079782" y="373002"/>
                </a:lnTo>
                <a:lnTo>
                  <a:pt x="2046736" y="361404"/>
                </a:lnTo>
                <a:lnTo>
                  <a:pt x="2013396" y="350681"/>
                </a:lnTo>
                <a:lnTo>
                  <a:pt x="1979785" y="340839"/>
                </a:lnTo>
                <a:lnTo>
                  <a:pt x="1945926" y="331884"/>
                </a:lnTo>
                <a:lnTo>
                  <a:pt x="1911844" y="323824"/>
                </a:lnTo>
                <a:lnTo>
                  <a:pt x="1877561" y="316664"/>
                </a:lnTo>
                <a:lnTo>
                  <a:pt x="1843102" y="310408"/>
                </a:lnTo>
                <a:lnTo>
                  <a:pt x="1808490" y="305062"/>
                </a:lnTo>
                <a:lnTo>
                  <a:pt x="1773750" y="300628"/>
                </a:lnTo>
                <a:lnTo>
                  <a:pt x="1738905" y="297110"/>
                </a:lnTo>
                <a:lnTo>
                  <a:pt x="1703979" y="294511"/>
                </a:lnTo>
                <a:lnTo>
                  <a:pt x="1668997" y="292831"/>
                </a:lnTo>
                <a:lnTo>
                  <a:pt x="1633983" y="292073"/>
                </a:lnTo>
                <a:lnTo>
                  <a:pt x="1598961" y="292237"/>
                </a:lnTo>
                <a:lnTo>
                  <a:pt x="1563955" y="293322"/>
                </a:lnTo>
                <a:lnTo>
                  <a:pt x="1528990" y="295328"/>
                </a:lnTo>
                <a:lnTo>
                  <a:pt x="1494090" y="298254"/>
                </a:lnTo>
                <a:lnTo>
                  <a:pt x="1459280" y="302097"/>
                </a:lnTo>
                <a:lnTo>
                  <a:pt x="1424582" y="306855"/>
                </a:lnTo>
                <a:lnTo>
                  <a:pt x="1390022" y="312524"/>
                </a:lnTo>
                <a:lnTo>
                  <a:pt x="1355622" y="319101"/>
                </a:lnTo>
                <a:lnTo>
                  <a:pt x="1321408" y="326582"/>
                </a:lnTo>
                <a:lnTo>
                  <a:pt x="1287403" y="334960"/>
                </a:lnTo>
                <a:lnTo>
                  <a:pt x="1253629" y="344230"/>
                </a:lnTo>
                <a:lnTo>
                  <a:pt x="1220112" y="354386"/>
                </a:lnTo>
                <a:lnTo>
                  <a:pt x="1186873" y="365420"/>
                </a:lnTo>
                <a:lnTo>
                  <a:pt x="1153936" y="377325"/>
                </a:lnTo>
                <a:lnTo>
                  <a:pt x="1121324" y="390093"/>
                </a:lnTo>
                <a:lnTo>
                  <a:pt x="1089060" y="403715"/>
                </a:lnTo>
                <a:lnTo>
                  <a:pt x="1057165" y="418182"/>
                </a:lnTo>
                <a:lnTo>
                  <a:pt x="1025662" y="433483"/>
                </a:lnTo>
                <a:lnTo>
                  <a:pt x="994572" y="449607"/>
                </a:lnTo>
                <a:lnTo>
                  <a:pt x="963918" y="466544"/>
                </a:lnTo>
                <a:lnTo>
                  <a:pt x="933720" y="484283"/>
                </a:lnTo>
                <a:lnTo>
                  <a:pt x="903999" y="502809"/>
                </a:lnTo>
                <a:lnTo>
                  <a:pt x="874776" y="522112"/>
                </a:lnTo>
                <a:lnTo>
                  <a:pt x="846071" y="542177"/>
                </a:lnTo>
                <a:lnTo>
                  <a:pt x="817904" y="562990"/>
                </a:lnTo>
                <a:lnTo>
                  <a:pt x="790295" y="584538"/>
                </a:lnTo>
                <a:lnTo>
                  <a:pt x="763263" y="606805"/>
                </a:lnTo>
                <a:lnTo>
                  <a:pt x="736826" y="629775"/>
                </a:lnTo>
                <a:lnTo>
                  <a:pt x="711002" y="653434"/>
                </a:lnTo>
                <a:lnTo>
                  <a:pt x="685810" y="677763"/>
                </a:lnTo>
                <a:lnTo>
                  <a:pt x="661268" y="702748"/>
                </a:lnTo>
                <a:lnTo>
                  <a:pt x="637391" y="728369"/>
                </a:lnTo>
                <a:lnTo>
                  <a:pt x="614197" y="754610"/>
                </a:lnTo>
                <a:lnTo>
                  <a:pt x="591701" y="781453"/>
                </a:lnTo>
                <a:lnTo>
                  <a:pt x="569920" y="808878"/>
                </a:lnTo>
                <a:lnTo>
                  <a:pt x="548868" y="836867"/>
                </a:lnTo>
                <a:lnTo>
                  <a:pt x="528560" y="865400"/>
                </a:lnTo>
                <a:lnTo>
                  <a:pt x="509010" y="894458"/>
                </a:lnTo>
                <a:lnTo>
                  <a:pt x="490232" y="924021"/>
                </a:lnTo>
                <a:lnTo>
                  <a:pt x="472238" y="954067"/>
                </a:lnTo>
                <a:lnTo>
                  <a:pt x="455041" y="984577"/>
                </a:lnTo>
                <a:lnTo>
                  <a:pt x="438653" y="1015528"/>
                </a:lnTo>
                <a:lnTo>
                  <a:pt x="423085" y="1046900"/>
                </a:lnTo>
                <a:lnTo>
                  <a:pt x="408348" y="1078671"/>
                </a:lnTo>
                <a:lnTo>
                  <a:pt x="394453" y="1110819"/>
                </a:lnTo>
                <a:lnTo>
                  <a:pt x="381408" y="1143322"/>
                </a:lnTo>
                <a:lnTo>
                  <a:pt x="369224" y="1176156"/>
                </a:lnTo>
                <a:lnTo>
                  <a:pt x="357908" y="1209300"/>
                </a:lnTo>
                <a:lnTo>
                  <a:pt x="347468" y="1242730"/>
                </a:lnTo>
                <a:lnTo>
                  <a:pt x="337911" y="1276423"/>
                </a:lnTo>
                <a:lnTo>
                  <a:pt x="329245" y="1310356"/>
                </a:lnTo>
                <a:lnTo>
                  <a:pt x="321474" y="1344506"/>
                </a:lnTo>
                <a:lnTo>
                  <a:pt x="314605" y="1378848"/>
                </a:lnTo>
                <a:lnTo>
                  <a:pt x="308642" y="1413359"/>
                </a:lnTo>
                <a:lnTo>
                  <a:pt x="303590" y="1448015"/>
                </a:lnTo>
                <a:lnTo>
                  <a:pt x="299451" y="1482792"/>
                </a:lnTo>
                <a:lnTo>
                  <a:pt x="296230" y="1517666"/>
                </a:lnTo>
                <a:lnTo>
                  <a:pt x="293927" y="1552612"/>
                </a:lnTo>
                <a:lnTo>
                  <a:pt x="292544" y="1587607"/>
                </a:lnTo>
                <a:lnTo>
                  <a:pt x="292083" y="1622627"/>
                </a:lnTo>
                <a:close/>
              </a:path>
            </a:pathLst>
          </a:cu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ta-05:value"/>
          <p:cNvSpPr txBox="1"/>
          <p:nvPr/>
        </p:nvSpPr>
        <p:spPr>
          <a:xfrm>
            <a:off x="189742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62</a:t>
            </a:r>
            <a:r>
              <a:rPr sz="3000" b="1" spc="-40">
                <a:solidFill>
                  <a:srgbClr val="262B33"/>
                </a:solidFill>
              </a:rPr>
              <a:t>%</a:t>
            </a:r>
          </a:p>
        </p:txBody>
      </p:sp>
      <p:sp>
        <p:nvSpPr>
          <p:cNvPr id="10" name="data-05:tick"/>
          <p:cNvSpPr txBox="1"/>
          <p:nvPr/>
        </p:nvSpPr>
        <p:spPr>
          <a:xfrm>
            <a:off x="163662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1" name="data-05:tick"/>
          <p:cNvSpPr txBox="1"/>
          <p:nvPr/>
        </p:nvSpPr>
        <p:spPr>
          <a:xfrm>
            <a:off x="452275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12" name="data-05:note"/>
          <p:cNvSpPr txBox="1"/>
          <p:nvPr/>
        </p:nvSpPr>
        <p:spPr>
          <a:xfrm>
            <a:off x="46800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목표 500명 · 모집 </a:t>
            </a:r>
            <a:r>
              <a:rPr sz="1400" b="1" spc="-40">
                <a:solidFill>
                  <a:srgbClr val="262B33"/>
                </a:solidFill>
              </a:rPr>
              <a:t>310명</a:t>
            </a:r>
          </a:p>
        </p:txBody>
      </p:sp>
      <p:sp>
        <p:nvSpPr>
          <p:cNvPr id="13" name="data-05:label"/>
          <p:cNvSpPr txBox="1"/>
          <p:nvPr/>
        </p:nvSpPr>
        <p:spPr>
          <a:xfrm>
            <a:off x="6204060" y="1896468"/>
            <a:ext cx="552006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샘플 QC 통과율</a:t>
            </a:r>
          </a:p>
        </p:txBody>
      </p:sp>
      <p:sp>
        <p:nvSpPr>
          <p:cNvPr id="14" name="data-05:tick"/>
          <p:cNvSpPr txBox="1"/>
          <p:nvPr/>
        </p:nvSpPr>
        <p:spPr>
          <a:xfrm>
            <a:off x="8424090" y="2295613"/>
            <a:ext cx="1080000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50%</a:t>
            </a:r>
          </a:p>
        </p:txBody>
      </p:sp>
      <p:sp>
        <p:nvSpPr>
          <p:cNvPr id="15" name="data-05:track"/>
          <p:cNvSpPr/>
          <p:nvPr/>
        </p:nvSpPr>
        <p:spPr>
          <a:xfrm>
            <a:off x="7341405" y="2505615"/>
            <a:ext cx="3245370" cy="1622685"/>
          </a:xfrm>
          <a:custGeom>
            <a:avLst/>
            <a:gdLst/>
            <a:ahLst/>
            <a:cxnLst/>
            <a:rect l="l" t="t" r="r" b="b"/>
            <a:pathLst>
              <a:path w="3245370" h="1622685">
                <a:moveTo>
                  <a:pt x="0" y="1622685"/>
                </a:moveTo>
                <a:lnTo>
                  <a:pt x="556" y="1580208"/>
                </a:lnTo>
                <a:lnTo>
                  <a:pt x="2224" y="1537760"/>
                </a:lnTo>
                <a:lnTo>
                  <a:pt x="5002" y="1495370"/>
                </a:lnTo>
                <a:lnTo>
                  <a:pt x="8889" y="1453068"/>
                </a:lnTo>
                <a:lnTo>
                  <a:pt x="13882" y="1410882"/>
                </a:lnTo>
                <a:lnTo>
                  <a:pt x="19978" y="1368841"/>
                </a:lnTo>
                <a:lnTo>
                  <a:pt x="27172" y="1326974"/>
                </a:lnTo>
                <a:lnTo>
                  <a:pt x="35460" y="1285310"/>
                </a:lnTo>
                <a:lnTo>
                  <a:pt x="44835" y="1243876"/>
                </a:lnTo>
                <a:lnTo>
                  <a:pt x="55292" y="1202703"/>
                </a:lnTo>
                <a:lnTo>
                  <a:pt x="66823" y="1161817"/>
                </a:lnTo>
                <a:lnTo>
                  <a:pt x="79420" y="1121247"/>
                </a:lnTo>
                <a:lnTo>
                  <a:pt x="93075" y="1081021"/>
                </a:lnTo>
                <a:lnTo>
                  <a:pt x="107778" y="1041166"/>
                </a:lnTo>
                <a:lnTo>
                  <a:pt x="123520" y="1001710"/>
                </a:lnTo>
                <a:lnTo>
                  <a:pt x="140289" y="962679"/>
                </a:lnTo>
                <a:lnTo>
                  <a:pt x="158073" y="924101"/>
                </a:lnTo>
                <a:lnTo>
                  <a:pt x="176862" y="886001"/>
                </a:lnTo>
                <a:lnTo>
                  <a:pt x="196642" y="848406"/>
                </a:lnTo>
                <a:lnTo>
                  <a:pt x="217399" y="811342"/>
                </a:lnTo>
                <a:lnTo>
                  <a:pt x="239119" y="774834"/>
                </a:lnTo>
                <a:lnTo>
                  <a:pt x="261787" y="738907"/>
                </a:lnTo>
                <a:lnTo>
                  <a:pt x="285388" y="703586"/>
                </a:lnTo>
                <a:lnTo>
                  <a:pt x="309905" y="668894"/>
                </a:lnTo>
                <a:lnTo>
                  <a:pt x="335322" y="634857"/>
                </a:lnTo>
                <a:lnTo>
                  <a:pt x="361622" y="601496"/>
                </a:lnTo>
                <a:lnTo>
                  <a:pt x="388786" y="568835"/>
                </a:lnTo>
                <a:lnTo>
                  <a:pt x="416795" y="536897"/>
                </a:lnTo>
                <a:lnTo>
                  <a:pt x="445631" y="505702"/>
                </a:lnTo>
                <a:lnTo>
                  <a:pt x="475273" y="475273"/>
                </a:lnTo>
                <a:lnTo>
                  <a:pt x="505702" y="445631"/>
                </a:lnTo>
                <a:lnTo>
                  <a:pt x="536897" y="416795"/>
                </a:lnTo>
                <a:lnTo>
                  <a:pt x="568835" y="388785"/>
                </a:lnTo>
                <a:lnTo>
                  <a:pt x="601496" y="361622"/>
                </a:lnTo>
                <a:lnTo>
                  <a:pt x="634857" y="335322"/>
                </a:lnTo>
                <a:lnTo>
                  <a:pt x="668895" y="309905"/>
                </a:lnTo>
                <a:lnTo>
                  <a:pt x="703586" y="285388"/>
                </a:lnTo>
                <a:lnTo>
                  <a:pt x="738907" y="261787"/>
                </a:lnTo>
                <a:lnTo>
                  <a:pt x="774834" y="239118"/>
                </a:lnTo>
                <a:lnTo>
                  <a:pt x="811343" y="217398"/>
                </a:lnTo>
                <a:lnTo>
                  <a:pt x="848407" y="196641"/>
                </a:lnTo>
                <a:lnTo>
                  <a:pt x="886001" y="176862"/>
                </a:lnTo>
                <a:lnTo>
                  <a:pt x="924101" y="158073"/>
                </a:lnTo>
                <a:lnTo>
                  <a:pt x="962680" y="140288"/>
                </a:lnTo>
                <a:lnTo>
                  <a:pt x="1001710" y="123519"/>
                </a:lnTo>
                <a:lnTo>
                  <a:pt x="1041167" y="107778"/>
                </a:lnTo>
                <a:lnTo>
                  <a:pt x="1081022" y="93075"/>
                </a:lnTo>
                <a:lnTo>
                  <a:pt x="1121248" y="79420"/>
                </a:lnTo>
                <a:lnTo>
                  <a:pt x="1161818" y="66822"/>
                </a:lnTo>
                <a:lnTo>
                  <a:pt x="1202703" y="55291"/>
                </a:lnTo>
                <a:lnTo>
                  <a:pt x="1243877" y="44835"/>
                </a:lnTo>
                <a:lnTo>
                  <a:pt x="1285310" y="35459"/>
                </a:lnTo>
                <a:lnTo>
                  <a:pt x="1326974" y="27172"/>
                </a:lnTo>
                <a:lnTo>
                  <a:pt x="1368841" y="19978"/>
                </a:lnTo>
                <a:lnTo>
                  <a:pt x="1410882" y="13882"/>
                </a:lnTo>
                <a:lnTo>
                  <a:pt x="1453068" y="8889"/>
                </a:lnTo>
                <a:lnTo>
                  <a:pt x="1495371" y="5002"/>
                </a:lnTo>
                <a:lnTo>
                  <a:pt x="1537760" y="2224"/>
                </a:lnTo>
                <a:lnTo>
                  <a:pt x="1580208" y="556"/>
                </a:lnTo>
                <a:lnTo>
                  <a:pt x="1622685" y="0"/>
                </a:lnTo>
                <a:lnTo>
                  <a:pt x="1665162" y="556"/>
                </a:lnTo>
                <a:lnTo>
                  <a:pt x="1707610" y="2224"/>
                </a:lnTo>
                <a:lnTo>
                  <a:pt x="1749999" y="5002"/>
                </a:lnTo>
                <a:lnTo>
                  <a:pt x="1792302" y="8889"/>
                </a:lnTo>
                <a:lnTo>
                  <a:pt x="1834488" y="13882"/>
                </a:lnTo>
                <a:lnTo>
                  <a:pt x="1876529" y="19978"/>
                </a:lnTo>
                <a:lnTo>
                  <a:pt x="1918396" y="27172"/>
                </a:lnTo>
                <a:lnTo>
                  <a:pt x="1960060" y="35459"/>
                </a:lnTo>
                <a:lnTo>
                  <a:pt x="2001493" y="44835"/>
                </a:lnTo>
                <a:lnTo>
                  <a:pt x="2042667" y="55291"/>
                </a:lnTo>
                <a:lnTo>
                  <a:pt x="2083552" y="66822"/>
                </a:lnTo>
                <a:lnTo>
                  <a:pt x="2124122" y="79420"/>
                </a:lnTo>
                <a:lnTo>
                  <a:pt x="2164348" y="93075"/>
                </a:lnTo>
                <a:lnTo>
                  <a:pt x="2204203" y="107778"/>
                </a:lnTo>
                <a:lnTo>
                  <a:pt x="2243660" y="123519"/>
                </a:lnTo>
                <a:lnTo>
                  <a:pt x="2282690" y="140288"/>
                </a:lnTo>
                <a:lnTo>
                  <a:pt x="2321269" y="158073"/>
                </a:lnTo>
                <a:lnTo>
                  <a:pt x="2359369" y="176862"/>
                </a:lnTo>
                <a:lnTo>
                  <a:pt x="2396963" y="196641"/>
                </a:lnTo>
                <a:lnTo>
                  <a:pt x="2434027" y="217398"/>
                </a:lnTo>
                <a:lnTo>
                  <a:pt x="2470536" y="239118"/>
                </a:lnTo>
                <a:lnTo>
                  <a:pt x="2506463" y="261787"/>
                </a:lnTo>
                <a:lnTo>
                  <a:pt x="2541784" y="285388"/>
                </a:lnTo>
                <a:lnTo>
                  <a:pt x="2576475" y="309905"/>
                </a:lnTo>
                <a:lnTo>
                  <a:pt x="2610513" y="335322"/>
                </a:lnTo>
                <a:lnTo>
                  <a:pt x="2643874" y="361622"/>
                </a:lnTo>
                <a:lnTo>
                  <a:pt x="2676535" y="388785"/>
                </a:lnTo>
                <a:lnTo>
                  <a:pt x="2708473" y="416795"/>
                </a:lnTo>
                <a:lnTo>
                  <a:pt x="2739668" y="445631"/>
                </a:lnTo>
                <a:lnTo>
                  <a:pt x="2770097" y="475273"/>
                </a:lnTo>
                <a:lnTo>
                  <a:pt x="2799739" y="505702"/>
                </a:lnTo>
                <a:lnTo>
                  <a:pt x="2828575" y="536897"/>
                </a:lnTo>
                <a:lnTo>
                  <a:pt x="2856584" y="568835"/>
                </a:lnTo>
                <a:lnTo>
                  <a:pt x="2883748" y="601496"/>
                </a:lnTo>
                <a:lnTo>
                  <a:pt x="2910048" y="634857"/>
                </a:lnTo>
                <a:lnTo>
                  <a:pt x="2935465" y="668894"/>
                </a:lnTo>
                <a:lnTo>
                  <a:pt x="2959982" y="703586"/>
                </a:lnTo>
                <a:lnTo>
                  <a:pt x="2983583" y="738907"/>
                </a:lnTo>
                <a:lnTo>
                  <a:pt x="3006251" y="774834"/>
                </a:lnTo>
                <a:lnTo>
                  <a:pt x="3027971" y="811342"/>
                </a:lnTo>
                <a:lnTo>
                  <a:pt x="3048728" y="848406"/>
                </a:lnTo>
                <a:lnTo>
                  <a:pt x="3068508" y="886001"/>
                </a:lnTo>
                <a:lnTo>
                  <a:pt x="3087297" y="924101"/>
                </a:lnTo>
                <a:lnTo>
                  <a:pt x="3105081" y="962679"/>
                </a:lnTo>
                <a:lnTo>
                  <a:pt x="3121850" y="1001710"/>
                </a:lnTo>
                <a:lnTo>
                  <a:pt x="3137592" y="1041166"/>
                </a:lnTo>
                <a:lnTo>
                  <a:pt x="3152295" y="1081021"/>
                </a:lnTo>
                <a:lnTo>
                  <a:pt x="3165950" y="1121247"/>
                </a:lnTo>
                <a:lnTo>
                  <a:pt x="3178547" y="1161817"/>
                </a:lnTo>
                <a:lnTo>
                  <a:pt x="3190078" y="1202703"/>
                </a:lnTo>
                <a:lnTo>
                  <a:pt x="3200535" y="1243876"/>
                </a:lnTo>
                <a:lnTo>
                  <a:pt x="3209910" y="1285310"/>
                </a:lnTo>
                <a:lnTo>
                  <a:pt x="3218198" y="1326974"/>
                </a:lnTo>
                <a:lnTo>
                  <a:pt x="3225392" y="1368841"/>
                </a:lnTo>
                <a:lnTo>
                  <a:pt x="3231488" y="1410882"/>
                </a:lnTo>
                <a:lnTo>
                  <a:pt x="3236481" y="1453068"/>
                </a:lnTo>
                <a:lnTo>
                  <a:pt x="3240368" y="1495370"/>
                </a:lnTo>
                <a:lnTo>
                  <a:pt x="3243146" y="1537760"/>
                </a:lnTo>
                <a:lnTo>
                  <a:pt x="3244814" y="1580208"/>
                </a:lnTo>
                <a:lnTo>
                  <a:pt x="3245370" y="1622685"/>
                </a:lnTo>
                <a:lnTo>
                  <a:pt x="2953287" y="1622685"/>
                </a:lnTo>
                <a:lnTo>
                  <a:pt x="2952831" y="1587854"/>
                </a:lnTo>
                <a:lnTo>
                  <a:pt x="2951463" y="1553046"/>
                </a:lnTo>
                <a:lnTo>
                  <a:pt x="2949185" y="1518287"/>
                </a:lnTo>
                <a:lnTo>
                  <a:pt x="2945997" y="1483599"/>
                </a:lnTo>
                <a:lnTo>
                  <a:pt x="2941903" y="1449006"/>
                </a:lnTo>
                <a:lnTo>
                  <a:pt x="2936905" y="1414533"/>
                </a:lnTo>
                <a:lnTo>
                  <a:pt x="2931006" y="1380202"/>
                </a:lnTo>
                <a:lnTo>
                  <a:pt x="2924210" y="1346037"/>
                </a:lnTo>
                <a:lnTo>
                  <a:pt x="2916522" y="1312062"/>
                </a:lnTo>
                <a:lnTo>
                  <a:pt x="2907947" y="1278300"/>
                </a:lnTo>
                <a:lnTo>
                  <a:pt x="2898492" y="1244773"/>
                </a:lnTo>
                <a:lnTo>
                  <a:pt x="2888162" y="1211506"/>
                </a:lnTo>
                <a:lnTo>
                  <a:pt x="2876965" y="1178521"/>
                </a:lnTo>
                <a:lnTo>
                  <a:pt x="2864909" y="1145840"/>
                </a:lnTo>
                <a:lnTo>
                  <a:pt x="2852001" y="1113485"/>
                </a:lnTo>
                <a:lnTo>
                  <a:pt x="2838250" y="1081480"/>
                </a:lnTo>
                <a:lnTo>
                  <a:pt x="2823666" y="1049846"/>
                </a:lnTo>
                <a:lnTo>
                  <a:pt x="2808260" y="1018604"/>
                </a:lnTo>
                <a:lnTo>
                  <a:pt x="2792041" y="987776"/>
                </a:lnTo>
                <a:lnTo>
                  <a:pt x="2775020" y="957384"/>
                </a:lnTo>
                <a:lnTo>
                  <a:pt x="2757209" y="927447"/>
                </a:lnTo>
                <a:lnTo>
                  <a:pt x="2738621" y="897987"/>
                </a:lnTo>
                <a:lnTo>
                  <a:pt x="2719269" y="869024"/>
                </a:lnTo>
                <a:lnTo>
                  <a:pt x="2699164" y="840577"/>
                </a:lnTo>
                <a:lnTo>
                  <a:pt x="2678322" y="812666"/>
                </a:lnTo>
                <a:lnTo>
                  <a:pt x="2656757" y="785310"/>
                </a:lnTo>
                <a:lnTo>
                  <a:pt x="2634482" y="758528"/>
                </a:lnTo>
                <a:lnTo>
                  <a:pt x="2611515" y="732338"/>
                </a:lnTo>
                <a:lnTo>
                  <a:pt x="2587869" y="706759"/>
                </a:lnTo>
                <a:lnTo>
                  <a:pt x="2563562" y="681807"/>
                </a:lnTo>
                <a:lnTo>
                  <a:pt x="2538611" y="657500"/>
                </a:lnTo>
                <a:lnTo>
                  <a:pt x="2513031" y="633855"/>
                </a:lnTo>
                <a:lnTo>
                  <a:pt x="2486842" y="610887"/>
                </a:lnTo>
                <a:lnTo>
                  <a:pt x="2460060" y="588613"/>
                </a:lnTo>
                <a:lnTo>
                  <a:pt x="2432704" y="567047"/>
                </a:lnTo>
                <a:lnTo>
                  <a:pt x="2404793" y="546205"/>
                </a:lnTo>
                <a:lnTo>
                  <a:pt x="2376346" y="526101"/>
                </a:lnTo>
                <a:lnTo>
                  <a:pt x="2347383" y="506748"/>
                </a:lnTo>
                <a:lnTo>
                  <a:pt x="2317922" y="488160"/>
                </a:lnTo>
                <a:lnTo>
                  <a:pt x="2287986" y="470350"/>
                </a:lnTo>
                <a:lnTo>
                  <a:pt x="2257593" y="453329"/>
                </a:lnTo>
                <a:lnTo>
                  <a:pt x="2226766" y="437110"/>
                </a:lnTo>
                <a:lnTo>
                  <a:pt x="2195524" y="421703"/>
                </a:lnTo>
                <a:lnTo>
                  <a:pt x="2163889" y="407120"/>
                </a:lnTo>
                <a:lnTo>
                  <a:pt x="2131884" y="393369"/>
                </a:lnTo>
                <a:lnTo>
                  <a:pt x="2099530" y="380461"/>
                </a:lnTo>
                <a:lnTo>
                  <a:pt x="2066849" y="368404"/>
                </a:lnTo>
                <a:lnTo>
                  <a:pt x="2033864" y="357207"/>
                </a:lnTo>
                <a:lnTo>
                  <a:pt x="2000596" y="346878"/>
                </a:lnTo>
                <a:lnTo>
                  <a:pt x="1967070" y="337422"/>
                </a:lnTo>
                <a:lnTo>
                  <a:pt x="1933308" y="328848"/>
                </a:lnTo>
                <a:lnTo>
                  <a:pt x="1899333" y="321160"/>
                </a:lnTo>
                <a:lnTo>
                  <a:pt x="1865168" y="314364"/>
                </a:lnTo>
                <a:lnTo>
                  <a:pt x="1830837" y="308465"/>
                </a:lnTo>
                <a:lnTo>
                  <a:pt x="1796363" y="303467"/>
                </a:lnTo>
                <a:lnTo>
                  <a:pt x="1761771" y="299372"/>
                </a:lnTo>
                <a:lnTo>
                  <a:pt x="1727083" y="296185"/>
                </a:lnTo>
                <a:lnTo>
                  <a:pt x="1692323" y="293907"/>
                </a:lnTo>
                <a:lnTo>
                  <a:pt x="1657516" y="292539"/>
                </a:lnTo>
                <a:lnTo>
                  <a:pt x="1622685" y="292083"/>
                </a:lnTo>
                <a:lnTo>
                  <a:pt x="1587854" y="292539"/>
                </a:lnTo>
                <a:lnTo>
                  <a:pt x="1553047" y="293907"/>
                </a:lnTo>
                <a:lnTo>
                  <a:pt x="1518287" y="296185"/>
                </a:lnTo>
                <a:lnTo>
                  <a:pt x="1483599" y="299372"/>
                </a:lnTo>
                <a:lnTo>
                  <a:pt x="1449007" y="303467"/>
                </a:lnTo>
                <a:lnTo>
                  <a:pt x="1414533" y="308465"/>
                </a:lnTo>
                <a:lnTo>
                  <a:pt x="1380202" y="314364"/>
                </a:lnTo>
                <a:lnTo>
                  <a:pt x="1346037" y="321160"/>
                </a:lnTo>
                <a:lnTo>
                  <a:pt x="1312062" y="328848"/>
                </a:lnTo>
                <a:lnTo>
                  <a:pt x="1278300" y="337422"/>
                </a:lnTo>
                <a:lnTo>
                  <a:pt x="1244774" y="346878"/>
                </a:lnTo>
                <a:lnTo>
                  <a:pt x="1211506" y="357207"/>
                </a:lnTo>
                <a:lnTo>
                  <a:pt x="1178521" y="368404"/>
                </a:lnTo>
                <a:lnTo>
                  <a:pt x="1145840" y="380461"/>
                </a:lnTo>
                <a:lnTo>
                  <a:pt x="1113486" y="393369"/>
                </a:lnTo>
                <a:lnTo>
                  <a:pt x="1081481" y="407120"/>
                </a:lnTo>
                <a:lnTo>
                  <a:pt x="1049846" y="421703"/>
                </a:lnTo>
                <a:lnTo>
                  <a:pt x="1018604" y="437110"/>
                </a:lnTo>
                <a:lnTo>
                  <a:pt x="987777" y="453329"/>
                </a:lnTo>
                <a:lnTo>
                  <a:pt x="957384" y="470350"/>
                </a:lnTo>
                <a:lnTo>
                  <a:pt x="927448" y="488160"/>
                </a:lnTo>
                <a:lnTo>
                  <a:pt x="897987" y="506748"/>
                </a:lnTo>
                <a:lnTo>
                  <a:pt x="869024" y="526101"/>
                </a:lnTo>
                <a:lnTo>
                  <a:pt x="840577" y="546205"/>
                </a:lnTo>
                <a:lnTo>
                  <a:pt x="812666" y="567047"/>
                </a:lnTo>
                <a:lnTo>
                  <a:pt x="785310" y="588613"/>
                </a:lnTo>
                <a:lnTo>
                  <a:pt x="758528" y="610887"/>
                </a:lnTo>
                <a:lnTo>
                  <a:pt x="732339" y="633855"/>
                </a:lnTo>
                <a:lnTo>
                  <a:pt x="706759" y="657500"/>
                </a:lnTo>
                <a:lnTo>
                  <a:pt x="681808" y="681807"/>
                </a:lnTo>
                <a:lnTo>
                  <a:pt x="657501" y="706759"/>
                </a:lnTo>
                <a:lnTo>
                  <a:pt x="633855" y="732338"/>
                </a:lnTo>
                <a:lnTo>
                  <a:pt x="610888" y="758528"/>
                </a:lnTo>
                <a:lnTo>
                  <a:pt x="588613" y="785310"/>
                </a:lnTo>
                <a:lnTo>
                  <a:pt x="567048" y="812666"/>
                </a:lnTo>
                <a:lnTo>
                  <a:pt x="546206" y="840577"/>
                </a:lnTo>
                <a:lnTo>
                  <a:pt x="526101" y="869024"/>
                </a:lnTo>
                <a:lnTo>
                  <a:pt x="506749" y="897987"/>
                </a:lnTo>
                <a:lnTo>
                  <a:pt x="488161" y="927447"/>
                </a:lnTo>
                <a:lnTo>
                  <a:pt x="470350" y="957384"/>
                </a:lnTo>
                <a:lnTo>
                  <a:pt x="453329" y="987776"/>
                </a:lnTo>
                <a:lnTo>
                  <a:pt x="437110" y="1018604"/>
                </a:lnTo>
                <a:lnTo>
                  <a:pt x="421704" y="1049846"/>
                </a:lnTo>
                <a:lnTo>
                  <a:pt x="407120" y="1081480"/>
                </a:lnTo>
                <a:lnTo>
                  <a:pt x="393369" y="1113485"/>
                </a:lnTo>
                <a:lnTo>
                  <a:pt x="380461" y="1145840"/>
                </a:lnTo>
                <a:lnTo>
                  <a:pt x="368405" y="1178521"/>
                </a:lnTo>
                <a:lnTo>
                  <a:pt x="357208" y="1211506"/>
                </a:lnTo>
                <a:lnTo>
                  <a:pt x="346878" y="1244773"/>
                </a:lnTo>
                <a:lnTo>
                  <a:pt x="337423" y="1278300"/>
                </a:lnTo>
                <a:lnTo>
                  <a:pt x="328848" y="1312062"/>
                </a:lnTo>
                <a:lnTo>
                  <a:pt x="321160" y="1346037"/>
                </a:lnTo>
                <a:lnTo>
                  <a:pt x="314364" y="1380202"/>
                </a:lnTo>
                <a:lnTo>
                  <a:pt x="308465" y="1414533"/>
                </a:lnTo>
                <a:lnTo>
                  <a:pt x="303467" y="1449006"/>
                </a:lnTo>
                <a:lnTo>
                  <a:pt x="299373" y="1483599"/>
                </a:lnTo>
                <a:lnTo>
                  <a:pt x="296185" y="1518287"/>
                </a:lnTo>
                <a:lnTo>
                  <a:pt x="293907" y="1553046"/>
                </a:lnTo>
                <a:lnTo>
                  <a:pt x="292539" y="1587854"/>
                </a:lnTo>
                <a:lnTo>
                  <a:pt x="292083" y="1622685"/>
                </a:lnTo>
                <a:close/>
              </a:path>
            </a:pathLst>
          </a:cu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ta-05:arc"/>
          <p:cNvSpPr/>
          <p:nvPr/>
        </p:nvSpPr>
        <p:spPr>
          <a:xfrm>
            <a:off x="7341405" y="2505717"/>
            <a:ext cx="3216628" cy="1622583"/>
          </a:xfrm>
          <a:custGeom>
            <a:avLst/>
            <a:gdLst/>
            <a:ahLst/>
            <a:cxnLst/>
            <a:rect l="l" t="t" r="r" b="b"/>
            <a:pathLst>
              <a:path w="3216628" h="1622583">
                <a:moveTo>
                  <a:pt x="0" y="1622583"/>
                </a:moveTo>
                <a:lnTo>
                  <a:pt x="564" y="1579802"/>
                </a:lnTo>
                <a:lnTo>
                  <a:pt x="2256" y="1537052"/>
                </a:lnTo>
                <a:lnTo>
                  <a:pt x="5074" y="1494361"/>
                </a:lnTo>
                <a:lnTo>
                  <a:pt x="9017" y="1451759"/>
                </a:lnTo>
                <a:lnTo>
                  <a:pt x="14081" y="1409276"/>
                </a:lnTo>
                <a:lnTo>
                  <a:pt x="20264" y="1366941"/>
                </a:lnTo>
                <a:lnTo>
                  <a:pt x="27561" y="1324784"/>
                </a:lnTo>
                <a:lnTo>
                  <a:pt x="35966" y="1282833"/>
                </a:lnTo>
                <a:lnTo>
                  <a:pt x="45475" y="1241119"/>
                </a:lnTo>
                <a:lnTo>
                  <a:pt x="56080" y="1199671"/>
                </a:lnTo>
                <a:lnTo>
                  <a:pt x="67774" y="1158516"/>
                </a:lnTo>
                <a:lnTo>
                  <a:pt x="80549" y="1117684"/>
                </a:lnTo>
                <a:lnTo>
                  <a:pt x="94396" y="1077202"/>
                </a:lnTo>
                <a:lnTo>
                  <a:pt x="109306" y="1037100"/>
                </a:lnTo>
                <a:lnTo>
                  <a:pt x="125267" y="997405"/>
                </a:lnTo>
                <a:lnTo>
                  <a:pt x="142270" y="958145"/>
                </a:lnTo>
                <a:lnTo>
                  <a:pt x="160302" y="919346"/>
                </a:lnTo>
                <a:lnTo>
                  <a:pt x="179350" y="881037"/>
                </a:lnTo>
                <a:lnTo>
                  <a:pt x="199402" y="843243"/>
                </a:lnTo>
                <a:lnTo>
                  <a:pt x="220443" y="805990"/>
                </a:lnTo>
                <a:lnTo>
                  <a:pt x="242459" y="769305"/>
                </a:lnTo>
                <a:lnTo>
                  <a:pt x="265434" y="733214"/>
                </a:lnTo>
                <a:lnTo>
                  <a:pt x="289353" y="697741"/>
                </a:lnTo>
                <a:lnTo>
                  <a:pt x="314199" y="662910"/>
                </a:lnTo>
                <a:lnTo>
                  <a:pt x="339955" y="628747"/>
                </a:lnTo>
                <a:lnTo>
                  <a:pt x="366602" y="595275"/>
                </a:lnTo>
                <a:lnTo>
                  <a:pt x="394122" y="562517"/>
                </a:lnTo>
                <a:lnTo>
                  <a:pt x="422497" y="530495"/>
                </a:lnTo>
                <a:lnTo>
                  <a:pt x="451706" y="499233"/>
                </a:lnTo>
                <a:lnTo>
                  <a:pt x="481728" y="468752"/>
                </a:lnTo>
                <a:lnTo>
                  <a:pt x="512544" y="439073"/>
                </a:lnTo>
                <a:lnTo>
                  <a:pt x="544132" y="410217"/>
                </a:lnTo>
                <a:lnTo>
                  <a:pt x="576470" y="382204"/>
                </a:lnTo>
                <a:lnTo>
                  <a:pt x="609535" y="355052"/>
                </a:lnTo>
                <a:lnTo>
                  <a:pt x="643304" y="328782"/>
                </a:lnTo>
                <a:lnTo>
                  <a:pt x="677754" y="303412"/>
                </a:lnTo>
                <a:lnTo>
                  <a:pt x="712861" y="278958"/>
                </a:lnTo>
                <a:lnTo>
                  <a:pt x="748600" y="255439"/>
                </a:lnTo>
                <a:lnTo>
                  <a:pt x="784947" y="232870"/>
                </a:lnTo>
                <a:lnTo>
                  <a:pt x="821877" y="211267"/>
                </a:lnTo>
                <a:lnTo>
                  <a:pt x="859363" y="190645"/>
                </a:lnTo>
                <a:lnTo>
                  <a:pt x="897380" y="171019"/>
                </a:lnTo>
                <a:lnTo>
                  <a:pt x="935900" y="152401"/>
                </a:lnTo>
                <a:lnTo>
                  <a:pt x="974899" y="134806"/>
                </a:lnTo>
                <a:lnTo>
                  <a:pt x="1014348" y="118245"/>
                </a:lnTo>
                <a:lnTo>
                  <a:pt x="1054219" y="102730"/>
                </a:lnTo>
                <a:lnTo>
                  <a:pt x="1094486" y="88271"/>
                </a:lnTo>
                <a:lnTo>
                  <a:pt x="1135120" y="74879"/>
                </a:lnTo>
                <a:lnTo>
                  <a:pt x="1176093" y="62563"/>
                </a:lnTo>
                <a:lnTo>
                  <a:pt x="1217376" y="51331"/>
                </a:lnTo>
                <a:lnTo>
                  <a:pt x="1258942" y="41192"/>
                </a:lnTo>
                <a:lnTo>
                  <a:pt x="1300760" y="32152"/>
                </a:lnTo>
                <a:lnTo>
                  <a:pt x="1342802" y="24217"/>
                </a:lnTo>
                <a:lnTo>
                  <a:pt x="1385038" y="17394"/>
                </a:lnTo>
                <a:lnTo>
                  <a:pt x="1427440" y="11687"/>
                </a:lnTo>
                <a:lnTo>
                  <a:pt x="1469977" y="7099"/>
                </a:lnTo>
                <a:lnTo>
                  <a:pt x="1512620" y="3635"/>
                </a:lnTo>
                <a:lnTo>
                  <a:pt x="1555340" y="1296"/>
                </a:lnTo>
                <a:lnTo>
                  <a:pt x="1598107" y="84"/>
                </a:lnTo>
                <a:lnTo>
                  <a:pt x="1640891" y="0"/>
                </a:lnTo>
                <a:lnTo>
                  <a:pt x="1683662" y="1044"/>
                </a:lnTo>
                <a:lnTo>
                  <a:pt x="1726391" y="3215"/>
                </a:lnTo>
                <a:lnTo>
                  <a:pt x="1769048" y="6512"/>
                </a:lnTo>
                <a:lnTo>
                  <a:pt x="1811603" y="10932"/>
                </a:lnTo>
                <a:lnTo>
                  <a:pt x="1854027" y="16473"/>
                </a:lnTo>
                <a:lnTo>
                  <a:pt x="1896290" y="23131"/>
                </a:lnTo>
                <a:lnTo>
                  <a:pt x="1938362" y="30900"/>
                </a:lnTo>
                <a:lnTo>
                  <a:pt x="1980215" y="39776"/>
                </a:lnTo>
                <a:lnTo>
                  <a:pt x="2021820" y="49752"/>
                </a:lnTo>
                <a:lnTo>
                  <a:pt x="2063147" y="60821"/>
                </a:lnTo>
                <a:lnTo>
                  <a:pt x="2104168" y="72976"/>
                </a:lnTo>
                <a:lnTo>
                  <a:pt x="2144855" y="86209"/>
                </a:lnTo>
                <a:lnTo>
                  <a:pt x="2185178" y="100509"/>
                </a:lnTo>
                <a:lnTo>
                  <a:pt x="2225110" y="115868"/>
                </a:lnTo>
                <a:lnTo>
                  <a:pt x="2264624" y="132274"/>
                </a:lnTo>
                <a:lnTo>
                  <a:pt x="2303691" y="149716"/>
                </a:lnTo>
                <a:lnTo>
                  <a:pt x="2342285" y="168182"/>
                </a:lnTo>
                <a:lnTo>
                  <a:pt x="2380378" y="187658"/>
                </a:lnTo>
                <a:lnTo>
                  <a:pt x="2417945" y="208133"/>
                </a:lnTo>
                <a:lnTo>
                  <a:pt x="2454959" y="229591"/>
                </a:lnTo>
                <a:lnTo>
                  <a:pt x="2491394" y="252017"/>
                </a:lnTo>
                <a:lnTo>
                  <a:pt x="2527226" y="275396"/>
                </a:lnTo>
                <a:lnTo>
                  <a:pt x="2562428" y="299711"/>
                </a:lnTo>
                <a:lnTo>
                  <a:pt x="2596978" y="324946"/>
                </a:lnTo>
                <a:lnTo>
                  <a:pt x="2630850" y="351084"/>
                </a:lnTo>
                <a:lnTo>
                  <a:pt x="2664021" y="378105"/>
                </a:lnTo>
                <a:lnTo>
                  <a:pt x="2696468" y="405991"/>
                </a:lnTo>
                <a:lnTo>
                  <a:pt x="2728169" y="434723"/>
                </a:lnTo>
                <a:lnTo>
                  <a:pt x="2759102" y="464281"/>
                </a:lnTo>
                <a:lnTo>
                  <a:pt x="2789244" y="494644"/>
                </a:lnTo>
                <a:lnTo>
                  <a:pt x="2818575" y="525791"/>
                </a:lnTo>
                <a:lnTo>
                  <a:pt x="2847075" y="557700"/>
                </a:lnTo>
                <a:lnTo>
                  <a:pt x="2874724" y="590350"/>
                </a:lnTo>
                <a:lnTo>
                  <a:pt x="2901503" y="623718"/>
                </a:lnTo>
                <a:lnTo>
                  <a:pt x="2927392" y="657779"/>
                </a:lnTo>
                <a:lnTo>
                  <a:pt x="2952375" y="692512"/>
                </a:lnTo>
                <a:lnTo>
                  <a:pt x="2976433" y="727891"/>
                </a:lnTo>
                <a:lnTo>
                  <a:pt x="2999550" y="763892"/>
                </a:lnTo>
                <a:lnTo>
                  <a:pt x="3021710" y="800490"/>
                </a:lnTo>
                <a:lnTo>
                  <a:pt x="3042897" y="837659"/>
                </a:lnTo>
                <a:lnTo>
                  <a:pt x="3063097" y="875374"/>
                </a:lnTo>
                <a:lnTo>
                  <a:pt x="3082295" y="913609"/>
                </a:lnTo>
                <a:lnTo>
                  <a:pt x="3100479" y="952336"/>
                </a:lnTo>
                <a:lnTo>
                  <a:pt x="3117636" y="991530"/>
                </a:lnTo>
                <a:lnTo>
                  <a:pt x="3133753" y="1031162"/>
                </a:lnTo>
                <a:lnTo>
                  <a:pt x="3148820" y="1071205"/>
                </a:lnTo>
                <a:lnTo>
                  <a:pt x="3162826" y="1111632"/>
                </a:lnTo>
                <a:lnTo>
                  <a:pt x="3175762" y="1152413"/>
                </a:lnTo>
                <a:lnTo>
                  <a:pt x="3187617" y="1193522"/>
                </a:lnTo>
                <a:lnTo>
                  <a:pt x="3198385" y="1234929"/>
                </a:lnTo>
                <a:lnTo>
                  <a:pt x="3208057" y="1276605"/>
                </a:lnTo>
                <a:lnTo>
                  <a:pt x="3216628" y="1318522"/>
                </a:lnTo>
                <a:lnTo>
                  <a:pt x="2929718" y="1373253"/>
                </a:lnTo>
                <a:lnTo>
                  <a:pt x="2922690" y="1338881"/>
                </a:lnTo>
                <a:lnTo>
                  <a:pt x="2914759" y="1304706"/>
                </a:lnTo>
                <a:lnTo>
                  <a:pt x="2905930" y="1270753"/>
                </a:lnTo>
                <a:lnTo>
                  <a:pt x="2896208" y="1237044"/>
                </a:lnTo>
                <a:lnTo>
                  <a:pt x="2885601" y="1203603"/>
                </a:lnTo>
                <a:lnTo>
                  <a:pt x="2874116" y="1170453"/>
                </a:lnTo>
                <a:lnTo>
                  <a:pt x="2861761" y="1137618"/>
                </a:lnTo>
                <a:lnTo>
                  <a:pt x="2848545" y="1105119"/>
                </a:lnTo>
                <a:lnTo>
                  <a:pt x="2834476" y="1072981"/>
                </a:lnTo>
                <a:lnTo>
                  <a:pt x="2819566" y="1041224"/>
                </a:lnTo>
                <a:lnTo>
                  <a:pt x="2803823" y="1009872"/>
                </a:lnTo>
                <a:lnTo>
                  <a:pt x="2787259" y="978946"/>
                </a:lnTo>
                <a:lnTo>
                  <a:pt x="2769885" y="948467"/>
                </a:lnTo>
                <a:lnTo>
                  <a:pt x="2751714" y="918456"/>
                </a:lnTo>
                <a:lnTo>
                  <a:pt x="2732758" y="888935"/>
                </a:lnTo>
                <a:lnTo>
                  <a:pt x="2713031" y="859925"/>
                </a:lnTo>
                <a:lnTo>
                  <a:pt x="2692545" y="831444"/>
                </a:lnTo>
                <a:lnTo>
                  <a:pt x="2671316" y="803513"/>
                </a:lnTo>
                <a:lnTo>
                  <a:pt x="2649357" y="776152"/>
                </a:lnTo>
                <a:lnTo>
                  <a:pt x="2626685" y="749379"/>
                </a:lnTo>
                <a:lnTo>
                  <a:pt x="2603315" y="723213"/>
                </a:lnTo>
                <a:lnTo>
                  <a:pt x="2579263" y="697673"/>
                </a:lnTo>
                <a:lnTo>
                  <a:pt x="2554547" y="672775"/>
                </a:lnTo>
                <a:lnTo>
                  <a:pt x="2529182" y="648538"/>
                </a:lnTo>
                <a:lnTo>
                  <a:pt x="2503187" y="624977"/>
                </a:lnTo>
                <a:lnTo>
                  <a:pt x="2476581" y="602111"/>
                </a:lnTo>
                <a:lnTo>
                  <a:pt x="2449380" y="579953"/>
                </a:lnTo>
                <a:lnTo>
                  <a:pt x="2421605" y="558521"/>
                </a:lnTo>
                <a:lnTo>
                  <a:pt x="2393275" y="537828"/>
                </a:lnTo>
                <a:lnTo>
                  <a:pt x="2364408" y="517890"/>
                </a:lnTo>
                <a:lnTo>
                  <a:pt x="2335027" y="498719"/>
                </a:lnTo>
                <a:lnTo>
                  <a:pt x="2305150" y="480329"/>
                </a:lnTo>
                <a:lnTo>
                  <a:pt x="2274798" y="462734"/>
                </a:lnTo>
                <a:lnTo>
                  <a:pt x="2243993" y="445945"/>
                </a:lnTo>
                <a:lnTo>
                  <a:pt x="2212757" y="429974"/>
                </a:lnTo>
                <a:lnTo>
                  <a:pt x="2181110" y="414832"/>
                </a:lnTo>
                <a:lnTo>
                  <a:pt x="2149075" y="400529"/>
                </a:lnTo>
                <a:lnTo>
                  <a:pt x="2116674" y="387076"/>
                </a:lnTo>
                <a:lnTo>
                  <a:pt x="2083929" y="374482"/>
                </a:lnTo>
                <a:lnTo>
                  <a:pt x="2050864" y="362756"/>
                </a:lnTo>
                <a:lnTo>
                  <a:pt x="2017501" y="351905"/>
                </a:lnTo>
                <a:lnTo>
                  <a:pt x="1983864" y="341938"/>
                </a:lnTo>
                <a:lnTo>
                  <a:pt x="1949976" y="332861"/>
                </a:lnTo>
                <a:lnTo>
                  <a:pt x="1915860" y="324681"/>
                </a:lnTo>
                <a:lnTo>
                  <a:pt x="1881540" y="317403"/>
                </a:lnTo>
                <a:lnTo>
                  <a:pt x="1847041" y="311032"/>
                </a:lnTo>
                <a:lnTo>
                  <a:pt x="1812385" y="305573"/>
                </a:lnTo>
                <a:lnTo>
                  <a:pt x="1777598" y="301030"/>
                </a:lnTo>
                <a:lnTo>
                  <a:pt x="1742703" y="297405"/>
                </a:lnTo>
                <a:lnTo>
                  <a:pt x="1707724" y="294701"/>
                </a:lnTo>
                <a:lnTo>
                  <a:pt x="1672686" y="292921"/>
                </a:lnTo>
                <a:lnTo>
                  <a:pt x="1637614" y="292065"/>
                </a:lnTo>
                <a:lnTo>
                  <a:pt x="1602531" y="292134"/>
                </a:lnTo>
                <a:lnTo>
                  <a:pt x="1567462" y="293127"/>
                </a:lnTo>
                <a:lnTo>
                  <a:pt x="1532432" y="295045"/>
                </a:lnTo>
                <a:lnTo>
                  <a:pt x="1497464" y="297886"/>
                </a:lnTo>
                <a:lnTo>
                  <a:pt x="1462584" y="301648"/>
                </a:lnTo>
                <a:lnTo>
                  <a:pt x="1427814" y="306328"/>
                </a:lnTo>
                <a:lnTo>
                  <a:pt x="1393181" y="311923"/>
                </a:lnTo>
                <a:lnTo>
                  <a:pt x="1358706" y="318429"/>
                </a:lnTo>
                <a:lnTo>
                  <a:pt x="1324415" y="325842"/>
                </a:lnTo>
                <a:lnTo>
                  <a:pt x="1290332" y="334156"/>
                </a:lnTo>
                <a:lnTo>
                  <a:pt x="1256480" y="343366"/>
                </a:lnTo>
                <a:lnTo>
                  <a:pt x="1222882" y="353466"/>
                </a:lnTo>
                <a:lnTo>
                  <a:pt x="1189562" y="364447"/>
                </a:lnTo>
                <a:lnTo>
                  <a:pt x="1156543" y="376303"/>
                </a:lnTo>
                <a:lnTo>
                  <a:pt x="1123848" y="389026"/>
                </a:lnTo>
                <a:lnTo>
                  <a:pt x="1091500" y="402606"/>
                </a:lnTo>
                <a:lnTo>
                  <a:pt x="1059522" y="417034"/>
                </a:lnTo>
                <a:lnTo>
                  <a:pt x="1027935" y="432300"/>
                </a:lnTo>
                <a:lnTo>
                  <a:pt x="996761" y="448394"/>
                </a:lnTo>
                <a:lnTo>
                  <a:pt x="966022" y="465304"/>
                </a:lnTo>
                <a:lnTo>
                  <a:pt x="935740" y="483018"/>
                </a:lnTo>
                <a:lnTo>
                  <a:pt x="905935" y="501525"/>
                </a:lnTo>
                <a:lnTo>
                  <a:pt x="876629" y="520811"/>
                </a:lnTo>
                <a:lnTo>
                  <a:pt x="847841" y="540863"/>
                </a:lnTo>
                <a:lnTo>
                  <a:pt x="819592" y="561667"/>
                </a:lnTo>
                <a:lnTo>
                  <a:pt x="791902" y="583208"/>
                </a:lnTo>
                <a:lnTo>
                  <a:pt x="764789" y="605472"/>
                </a:lnTo>
                <a:lnTo>
                  <a:pt x="738272" y="628443"/>
                </a:lnTo>
                <a:lnTo>
                  <a:pt x="712370" y="652105"/>
                </a:lnTo>
                <a:lnTo>
                  <a:pt x="687101" y="676442"/>
                </a:lnTo>
                <a:lnTo>
                  <a:pt x="662482" y="701436"/>
                </a:lnTo>
                <a:lnTo>
                  <a:pt x="638531" y="727071"/>
                </a:lnTo>
                <a:lnTo>
                  <a:pt x="615264" y="753329"/>
                </a:lnTo>
                <a:lnTo>
                  <a:pt x="592697" y="780190"/>
                </a:lnTo>
                <a:lnTo>
                  <a:pt x="570846" y="807638"/>
                </a:lnTo>
                <a:lnTo>
                  <a:pt x="549727" y="835651"/>
                </a:lnTo>
                <a:lnTo>
                  <a:pt x="529353" y="864212"/>
                </a:lnTo>
                <a:lnTo>
                  <a:pt x="509739" y="893300"/>
                </a:lnTo>
                <a:lnTo>
                  <a:pt x="490900" y="922895"/>
                </a:lnTo>
                <a:lnTo>
                  <a:pt x="472846" y="952977"/>
                </a:lnTo>
                <a:lnTo>
                  <a:pt x="455593" y="983524"/>
                </a:lnTo>
                <a:lnTo>
                  <a:pt x="439150" y="1014515"/>
                </a:lnTo>
                <a:lnTo>
                  <a:pt x="423531" y="1045929"/>
                </a:lnTo>
                <a:lnTo>
                  <a:pt x="408745" y="1077744"/>
                </a:lnTo>
                <a:lnTo>
                  <a:pt x="394803" y="1109937"/>
                </a:lnTo>
                <a:lnTo>
                  <a:pt x="381714" y="1142487"/>
                </a:lnTo>
                <a:lnTo>
                  <a:pt x="369488" y="1175371"/>
                </a:lnTo>
                <a:lnTo>
                  <a:pt x="358133" y="1208565"/>
                </a:lnTo>
                <a:lnTo>
                  <a:pt x="347658" y="1242048"/>
                </a:lnTo>
                <a:lnTo>
                  <a:pt x="338069" y="1275795"/>
                </a:lnTo>
                <a:lnTo>
                  <a:pt x="329373" y="1309783"/>
                </a:lnTo>
                <a:lnTo>
                  <a:pt x="321576" y="1343988"/>
                </a:lnTo>
                <a:lnTo>
                  <a:pt x="314683" y="1378387"/>
                </a:lnTo>
                <a:lnTo>
                  <a:pt x="308700" y="1412956"/>
                </a:lnTo>
                <a:lnTo>
                  <a:pt x="303630" y="1447671"/>
                </a:lnTo>
                <a:lnTo>
                  <a:pt x="299477" y="1482507"/>
                </a:lnTo>
                <a:lnTo>
                  <a:pt x="296244" y="1517441"/>
                </a:lnTo>
                <a:lnTo>
                  <a:pt x="293933" y="1552447"/>
                </a:lnTo>
                <a:lnTo>
                  <a:pt x="292546" y="1587503"/>
                </a:lnTo>
                <a:lnTo>
                  <a:pt x="292083" y="1622583"/>
                </a:lnTo>
                <a:close/>
              </a:path>
            </a:pathLst>
          </a:cu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ta-05:value"/>
          <p:cNvSpPr txBox="1"/>
          <p:nvPr/>
        </p:nvSpPr>
        <p:spPr>
          <a:xfrm>
            <a:off x="7633488" y="3236472"/>
            <a:ext cx="2661203" cy="9098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 spc="-40">
                <a:solidFill>
                  <a:srgbClr val="6B7280"/>
                </a:solidFill>
              </a:rPr>
              <a:t>94</a:t>
            </a:r>
            <a:r>
              <a:rPr sz="3000" b="1" spc="-40">
                <a:solidFill>
                  <a:srgbClr val="6B7280"/>
                </a:solidFill>
              </a:rPr>
              <a:t>%</a:t>
            </a:r>
          </a:p>
        </p:txBody>
      </p:sp>
      <p:sp>
        <p:nvSpPr>
          <p:cNvPr id="18" name="data-05:tick"/>
          <p:cNvSpPr txBox="1"/>
          <p:nvPr/>
        </p:nvSpPr>
        <p:spPr>
          <a:xfrm>
            <a:off x="7372684" y="4182300"/>
            <a:ext cx="229525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0%</a:t>
            </a:r>
          </a:p>
        </p:txBody>
      </p:sp>
      <p:sp>
        <p:nvSpPr>
          <p:cNvPr id="19" name="data-05:tick"/>
          <p:cNvSpPr txBox="1"/>
          <p:nvPr/>
        </p:nvSpPr>
        <p:spPr>
          <a:xfrm>
            <a:off x="10258813" y="4182300"/>
            <a:ext cx="363841" cy="16680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0" spc="-40">
                <a:solidFill>
                  <a:srgbClr val="6B7280"/>
                </a:solidFill>
              </a:rPr>
              <a:t>100%</a:t>
            </a:r>
          </a:p>
        </p:txBody>
      </p:sp>
      <p:sp>
        <p:nvSpPr>
          <p:cNvPr id="20" name="data-05:note"/>
          <p:cNvSpPr txBox="1"/>
          <p:nvPr/>
        </p:nvSpPr>
        <p:spPr>
          <a:xfrm>
            <a:off x="6204060" y="4493102"/>
            <a:ext cx="5520060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310명 중 291명 통과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병원을 2곳 늘려 남은 190명을 6개월 안에 채운다.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