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(res-04-c).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2 · 광유전학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CA1 을 끄면 공포 기억을 꺼내지 못한다</a:t>
            </a:r>
          </a:p>
        </p:txBody>
      </p:sp>
      <p:pic>
        <p:nvPicPr>
          <p:cNvPr id="5" name="res-04:figure" descr="res-04-freez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989" y="1878647"/>
            <a:ext cx="3776143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6651153" y="3253163"/>
            <a:ext cx="679706" cy="872289"/>
          </a:xfrm>
          <a:prstGeom prst="rect">
            <a:avLst/>
          </a:prstGeom>
          <a:noFill/>
          <a:ln w="1905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6651153" y="2986763"/>
            <a:ext cx="1056591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7A1F3D"/>
                </a:solidFill>
              </a:rPr>
              <a:t>ArchT · 빛 ON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207989" y="4593947"/>
            <a:ext cx="7516131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3C · 인출 시험 중 얼어붙기 시간 (n = 10 마리/군, 평균 ± SEM)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CA1 활성은 공포 기억 </a:t>
            </a:r>
            <a:r>
              <a:rPr sz="1400" b="1" spc="-40">
                <a:solidFill>
                  <a:srgbClr val="262B33"/>
                </a:solidFill>
              </a:rPr>
              <a:t>인출</a:t>
            </a:r>
            <a:r>
              <a:rPr sz="1400" b="0" spc="-40">
                <a:solidFill>
                  <a:srgbClr val="6B7280"/>
                </a:solidFill>
              </a:rPr>
              <a:t>에 필요하다 (대조군 eYFP 는 빛에 반응하지 않음).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4 · 임상 코호트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소진 T세포가 적은 환자가 더 오래 살았다</a:t>
            </a:r>
          </a:p>
        </p:txBody>
      </p:sp>
      <p:pic>
        <p:nvPicPr>
          <p:cNvPr id="5" name="res-04:figure" descr="res-04-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060" y="1878647"/>
            <a:ext cx="58740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6683460" y="2565905"/>
            <a:ext cx="881100" cy="1110186"/>
          </a:xfrm>
          <a:prstGeom prst="ellipse">
            <a:avLst/>
          </a:prstGeom>
          <a:noFill/>
          <a:ln w="1905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caption"/>
          <p:cNvSpPr txBox="1"/>
          <p:nvPr/>
        </p:nvSpPr>
        <p:spPr>
          <a:xfrm>
            <a:off x="3159060" y="4593947"/>
            <a:ext cx="85650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5E · 소진 점수 상·하위 군의 전체 생존 (n = 112, log-rank 검정)</a:t>
            </a:r>
          </a:p>
        </p:txBody>
      </p:sp>
      <p:cxnSp>
        <p:nvCxnSpPr>
          <p:cNvPr id="8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두 군의 차이는 2년 뒤부터 벌어져 5년 생존율이 63% 대 18% 였다.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2 · 광유전학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빛만 쬔 대조군에서는 얼어붙기가 줄지 않았다</a:t>
            </a:r>
          </a:p>
        </p:txBody>
      </p:sp>
      <p:pic>
        <p:nvPicPr>
          <p:cNvPr id="5" name="res-04:figure" descr="res-04-freez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319" y="1584000"/>
            <a:ext cx="6065483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caption"/>
          <p:cNvSpPr txBox="1"/>
          <p:nvPr/>
        </p:nvSpPr>
        <p:spPr>
          <a:xfrm>
            <a:off x="3063319" y="5901838"/>
            <a:ext cx="8660801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3C · 인출 시험 중 얼어붙기 시간 (n = 10 마리/군, 평균 ± SEM)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