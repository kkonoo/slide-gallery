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AA5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431122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431122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AA5B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