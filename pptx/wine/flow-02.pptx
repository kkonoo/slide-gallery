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7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1F3D"/>
                </a:solidFill>
              </a:rPr>
              <a:t>1  </a:t>
            </a:r>
            <a:r>
              <a:rPr sz="1600" b="1" spc="-40">
                <a:solidFill>
                  <a:srgbClr val="7A1F3D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1F3D"/>
                </a:solidFill>
              </a:rPr>
              <a:t>2  </a:t>
            </a:r>
            <a:r>
              <a:rPr sz="1600" b="1" spc="-40">
                <a:solidFill>
                  <a:srgbClr val="7A1F3D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1F3D"/>
                </a:solidFill>
              </a:rPr>
              <a:t>3  </a:t>
            </a:r>
            <a:r>
              <a:rPr sz="1600" b="1" spc="-40">
                <a:solidFill>
                  <a:srgbClr val="7A1F3D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1F3D"/>
                </a:solidFill>
              </a:rPr>
              <a:t>4  </a:t>
            </a:r>
            <a:r>
              <a:rPr sz="1600" b="1" spc="-40">
                <a:solidFill>
                  <a:srgbClr val="7A1F3D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7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1F3D"/>
                </a:solidFill>
              </a:rPr>
              <a:t>1  </a:t>
            </a:r>
            <a:r>
              <a:rPr sz="1600" b="1" spc="-40">
                <a:solidFill>
                  <a:srgbClr val="7A1F3D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1F3D"/>
                </a:solidFill>
              </a:rPr>
              <a:t>2  </a:t>
            </a:r>
            <a:r>
              <a:rPr sz="1600" b="1" spc="-40">
                <a:solidFill>
                  <a:srgbClr val="7A1F3D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1F3D"/>
                </a:solidFill>
              </a:rPr>
              <a:t>3  </a:t>
            </a:r>
            <a:r>
              <a:rPr sz="1600" b="1" spc="-40">
                <a:solidFill>
                  <a:srgbClr val="7A1F3D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1F3D"/>
                </a:solidFill>
              </a:rPr>
              <a:t>4  </a:t>
            </a:r>
            <a:r>
              <a:rPr sz="1600" b="1" spc="-40">
                <a:solidFill>
                  <a:srgbClr val="7A1F3D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E7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7A1F3D"/>
                </a:solidFill>
              </a:rPr>
              <a:t>5  </a:t>
            </a:r>
            <a:r>
              <a:rPr sz="1600" b="1" spc="-40">
                <a:solidFill>
                  <a:srgbClr val="7A1F3D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와인 클린 16:9">
  <a:themeElements>
    <a:clrScheme name="HaLab 와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1F3D"/>
      </a:accent1>
      <a:accent2>
        <a:srgbClr val="A96D81"/>
      </a:accent2>
      <a:accent3>
        <a:srgbClr val="CAA5B1"/>
      </a:accent3>
      <a:accent4>
        <a:srgbClr val="F2B33D"/>
      </a:accent4>
      <a:accent5>
        <a:srgbClr val="CAA5B1"/>
      </a:accent5>
      <a:accent6>
        <a:srgbClr val="E2E5EA"/>
      </a:accent6>
      <a:hlink>
        <a:srgbClr val="7A1F3D"/>
      </a:hlink>
      <a:folHlink>
        <a:srgbClr val="CAA5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