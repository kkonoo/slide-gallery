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회로의 다른 면을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해마–편도체 회로 기억 공고화 과제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동물실험 윤리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A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광유전학으로 회로 조작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B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생체 내 전기생리 기록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C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바이러스 표지로 회로 추적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연구팀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세부과제 세 개를 책임자 세 명이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1962617"/>
            <a:ext cx="4502448" cy="958757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196617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단일세포 아틀라스 과제 총괄</a:t>
            </a:r>
          </a:p>
        </p:txBody>
      </p:sp>
      <p:cxnSp>
        <p:nvCxnSpPr>
          <p:cNvPr id="7" name="struct-01:link"/>
          <p:cNvCxnSpPr/>
          <p:nvPr/>
        </p:nvCxnSpPr>
        <p:spPr>
          <a:xfrm>
            <a:off x="6096060" y="2921374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1:link"/>
          <p:cNvCxnSpPr/>
          <p:nvPr/>
        </p:nvCxnSpPr>
        <p:spPr>
          <a:xfrm>
            <a:off x="2272020" y="315537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1:link"/>
          <p:cNvCxnSpPr/>
          <p:nvPr/>
        </p:nvCxnSpPr>
        <p:spPr>
          <a:xfrm>
            <a:off x="227202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1:node"/>
          <p:cNvSpPr/>
          <p:nvPr/>
        </p:nvSpPr>
        <p:spPr>
          <a:xfrm>
            <a:off x="46800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1:node-text"/>
          <p:cNvSpPr txBox="1"/>
          <p:nvPr/>
        </p:nvSpPr>
        <p:spPr>
          <a:xfrm>
            <a:off x="60840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1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시료 준비</a:t>
            </a:r>
          </a:p>
        </p:txBody>
      </p:sp>
      <p:cxnSp>
        <p:nvCxnSpPr>
          <p:cNvPr id="12" name="struct-01:node-rule"/>
          <p:cNvCxnSpPr/>
          <p:nvPr/>
        </p:nvCxnSpPr>
        <p:spPr>
          <a:xfrm>
            <a:off x="60840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-items"/>
          <p:cNvSpPr txBox="1"/>
          <p:nvPr/>
        </p:nvSpPr>
        <p:spPr>
          <a:xfrm>
            <a:off x="60840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2</a:t>
            </a:r>
          </a:p>
        </p:txBody>
      </p:sp>
      <p:cxnSp>
        <p:nvCxnSpPr>
          <p:cNvPr id="14" name="struct-01:link"/>
          <p:cNvCxnSpPr/>
          <p:nvPr/>
        </p:nvCxnSpPr>
        <p:spPr>
          <a:xfrm>
            <a:off x="609606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1:node"/>
          <p:cNvSpPr/>
          <p:nvPr/>
        </p:nvSpPr>
        <p:spPr>
          <a:xfrm>
            <a:off x="429204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1:node-text"/>
          <p:cNvSpPr txBox="1"/>
          <p:nvPr/>
        </p:nvSpPr>
        <p:spPr>
          <a:xfrm>
            <a:off x="443244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2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단일세포 분석</a:t>
            </a:r>
          </a:p>
        </p:txBody>
      </p:sp>
      <p:cxnSp>
        <p:nvCxnSpPr>
          <p:cNvPr id="17" name="struct-01:node-rule"/>
          <p:cNvCxnSpPr/>
          <p:nvPr/>
        </p:nvCxnSpPr>
        <p:spPr>
          <a:xfrm>
            <a:off x="443244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ruct-01:node-items"/>
          <p:cNvSpPr txBox="1"/>
          <p:nvPr/>
        </p:nvSpPr>
        <p:spPr>
          <a:xfrm>
            <a:off x="443244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연구교수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3</a:t>
            </a:r>
          </a:p>
        </p:txBody>
      </p:sp>
      <p:cxnSp>
        <p:nvCxnSpPr>
          <p:cNvPr id="19" name="struct-01:link"/>
          <p:cNvCxnSpPr/>
          <p:nvPr/>
        </p:nvCxnSpPr>
        <p:spPr>
          <a:xfrm>
            <a:off x="992010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1:node"/>
          <p:cNvSpPr/>
          <p:nvPr/>
        </p:nvSpPr>
        <p:spPr>
          <a:xfrm>
            <a:off x="811608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struct-01:node-text"/>
          <p:cNvSpPr txBox="1"/>
          <p:nvPr/>
        </p:nvSpPr>
        <p:spPr>
          <a:xfrm>
            <a:off x="825648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3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세포 유형 검증</a:t>
            </a:r>
          </a:p>
        </p:txBody>
      </p:sp>
      <p:cxnSp>
        <p:nvCxnSpPr>
          <p:cNvPr id="22" name="struct-01:node-rule"/>
          <p:cNvCxnSpPr/>
          <p:nvPr/>
        </p:nvCxnSpPr>
        <p:spPr>
          <a:xfrm>
            <a:off x="825648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truct-01:node-items"/>
          <p:cNvSpPr txBox="1"/>
          <p:nvPr/>
        </p:nvSpPr>
        <p:spPr>
          <a:xfrm>
            <a:off x="8256480" y="4465130"/>
            <a:ext cx="3327240" cy="73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1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