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4A4F57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DEDEE"/>
          </a:solidFill>
          <a:ln w="12700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4A4F57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4A4F57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