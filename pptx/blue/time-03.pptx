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3차년도 상반기에 생존 분석을 마쳐요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240181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25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398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72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72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866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19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194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334581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662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662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802581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130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130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270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598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59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738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06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06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206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53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ime-03:ms-label"/>
          <p:cNvSpPr txBox="1"/>
          <p:nvPr/>
        </p:nvSpPr>
        <p:spPr>
          <a:xfrm>
            <a:off x="468000" y="5678181"/>
            <a:ext cx="2670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마일스톤</a:t>
            </a:r>
          </a:p>
        </p:txBody>
      </p:sp>
      <p:sp>
        <p:nvSpPr>
          <p:cNvPr id="56" name="time-03:milestone"/>
          <p:cNvSpPr txBox="1"/>
          <p:nvPr/>
        </p:nvSpPr>
        <p:spPr>
          <a:xfrm>
            <a:off x="333603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대상자 모집 완료</a:t>
            </a:r>
          </a:p>
        </p:txBody>
      </p:sp>
      <p:sp>
        <p:nvSpPr>
          <p:cNvPr id="57" name="time-03:milestone"/>
          <p:cNvSpPr txBox="1"/>
          <p:nvPr/>
        </p:nvSpPr>
        <p:spPr>
          <a:xfrm>
            <a:off x="615006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추적 관찰 종료</a:t>
            </a:r>
          </a:p>
        </p:txBody>
      </p:sp>
      <p:sp>
        <p:nvSpPr>
          <p:cNvPr id="58" name="time-03:milestone"/>
          <p:cNvSpPr txBox="1"/>
          <p:nvPr/>
        </p:nvSpPr>
        <p:spPr>
          <a:xfrm>
            <a:off x="896409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생존 분석 · 논문 투고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과제 일곱 개를 진행해요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364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38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52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85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990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31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31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458400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78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78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92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25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25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394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72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72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862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19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19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33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65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