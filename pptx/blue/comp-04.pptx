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16S 시퀀싱은 넓게 훑기에 맞고, 종 수준 질문은 따로 보완해야 한다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59050"/>
            <a:ext cx="11256120" cy="521185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59050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16S rRNA 앰플리콘 시퀀싱</a:t>
            </a:r>
            <a:r>
              <a:rPr sz="1300" b="0" spc="-40">
                <a:solidFill>
                  <a:srgbClr val="6B7280"/>
                </a:solidFill>
              </a:rPr>
              <a:t>    V3–V4 영역 증폭 후 MiSeq 2×300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저비용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표본당 약 3만 원, 메타게놈의 1/10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대규모 표본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한 번에 384개까지 묶어 시퀀싱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표준화된 분석 도구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QIIME 2 · DADA2 로 재현하기 쉽다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종 수준 해상도 부족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대부분 속(genus) 수준에서 멈춘다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기능 정보 없음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대사 경로는 추정만 할 수 있다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증폭 편향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프라이머에 따라 일부 분류군이 빠진다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504930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24730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코호트는 16S 로 훑고, 차이가 큰 핵심 표본 40개만 샷건 메타게놈으로 보완한다.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오가노이드는 환자 특성을 담지만 면역 반응은 볼 수 없다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96468"/>
            <a:ext cx="11256120" cy="557185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96468"/>
            <a:ext cx="10824120" cy="557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유전 배경 유지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약물 반응을 빠르게 시험</a:t>
            </a:r>
          </a:p>
        </p:txBody>
      </p:sp>
      <p:sp>
        <p:nvSpPr>
          <p:cNvPr id="14" name="comp-04:head"/>
          <p:cNvSpPr txBox="1"/>
          <p:nvPr/>
        </p:nvSpPr>
        <p:spPr>
          <a:xfrm>
            <a:off x="620406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5" name="comp-04:head-rule"/>
          <p:cNvCxnSpPr/>
          <p:nvPr/>
        </p:nvCxnSpPr>
        <p:spPr>
          <a:xfrm>
            <a:off x="620406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4:marker"/>
          <p:cNvSpPr/>
          <p:nvPr/>
        </p:nvSpPr>
        <p:spPr>
          <a:xfrm>
            <a:off x="620406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17" name="comp-04:item"/>
          <p:cNvSpPr txBox="1"/>
          <p:nvPr/>
        </p:nvSpPr>
        <p:spPr>
          <a:xfrm>
            <a:off x="661806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 세포가 없다</a:t>
            </a:r>
          </a:p>
        </p:txBody>
      </p:sp>
      <p:cxnSp>
        <p:nvCxnSpPr>
          <p:cNvPr id="18" name="comp-04:row-rule"/>
          <p:cNvCxnSpPr/>
          <p:nvPr/>
        </p:nvCxnSpPr>
        <p:spPr>
          <a:xfrm>
            <a:off x="620406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배치마다 크기가 다르다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약물 반응은 오가노이드로 먼저 거르고, 면역 관련 후보는 공배양 모델에서 다시 본다.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은 조직 전체를 보지만 한 스팟에 여러 세포가 섞인다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666488"/>
            <a:ext cx="11256120" cy="828997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666488"/>
            <a:ext cx="10824120" cy="828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10x Visium (55 µm 스팟)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조직 절편 한 장에서 약 5,000개 스팟의 전사체를 위치와 함께 읽는다. 스팟 지름 55 µm, 스팟 중심 사이 100 µm 간격으로 놓여 있어 조직 전체를 고르게 덮는다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쓸 수 있는 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조직 구조와 발현을 함께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H&amp;E 사진 위에 바로 겹쳐 본다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전사체 전체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유전자 패널을 미리 고르지 않는다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검증된 분석 흐름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Space Ranger · Seurat 로 바로 분석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주의할 점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1–10개 세포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디컨볼루션이 따로 필요하다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민감도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발현이 낮은 유전자는 놓친다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절편당 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하나에 약 150만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