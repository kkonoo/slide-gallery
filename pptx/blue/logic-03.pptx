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(logic-03-a).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(logic-03-b).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8E3F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8E3F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필요성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왜 메타게놈 분석이 필요할까요?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배경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장내 미생물 구성은 대장암 위험과 연관된다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한계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16S 분석은 균주 수준의 기능을 구분하지 못한다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목표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메타게놈으로 대장암 관련 균주의 기능 유전자를 규명한다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필요성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왜 공간전사체가 필요할까요?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1656011"/>
            <a:ext cx="11256120" cy="117271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098369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1656011"/>
            <a:ext cx="1152000" cy="117271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배경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1656011"/>
            <a:ext cx="9240120" cy="117271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단일세포 RNA-seq으로 종양 속 세포 유형을 나눌 수 있다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400" b="0" spc="-40">
                <a:solidFill>
                  <a:srgbClr val="262B33"/>
                </a:solidFill>
              </a:rPr>
              <a:t>면역세포 구성은 치료 반응과 관련된다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28728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44728"/>
            <a:ext cx="11256120" cy="117271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487086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44728"/>
            <a:ext cx="1152000" cy="117271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한계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44728"/>
            <a:ext cx="9240120" cy="117271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세포가 조직의 어디에 있었는지는 알 수 없다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421744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433445"/>
            <a:ext cx="11256120" cy="1524532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5051711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433445"/>
            <a:ext cx="1152000" cy="15245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목표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433445"/>
            <a:ext cx="9240120" cy="15245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공간전사체로 면역세포가 종양 경계에 모이는지 확인한다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블루 클린 16:9">
  <a:themeElements>
    <a:clrScheme name="HaLab 블루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2563C9"/>
      </a:accent1>
      <a:accent2>
        <a:srgbClr val="14A884"/>
      </a:accent2>
      <a:accent3>
        <a:srgbClr val="36B3C2"/>
      </a:accent3>
      <a:accent4>
        <a:srgbClr val="FFD93D"/>
      </a:accent4>
      <a:accent5>
        <a:srgbClr val="A8C1E9"/>
      </a:accent5>
      <a:accent6>
        <a:srgbClr val="E2E5EA"/>
      </a:accent6>
      <a:hlink>
        <a:srgbClr val="2563C9"/>
      </a:hlink>
      <a:folHlink>
        <a:srgbClr val="36B3C2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블루 클린 16:9</dc:title>
  <dc:creator>HaLab</dc:creator>
</cp:coreProperties>
</file>