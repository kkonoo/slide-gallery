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군 간 비교는 pseudobulk로 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038175"/>
            <a:ext cx="2078424" cy="3155475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563C9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8C1E9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2038175"/>
            <a:ext cx="2078424" cy="3155475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563C9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8C1E9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2038175"/>
            <a:ext cx="2078424" cy="3155475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563C9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8C1E9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2038175"/>
            <a:ext cx="2078424" cy="3155475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563C9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8C1E9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2038175"/>
            <a:ext cx="2078424" cy="3155475"/>
          </a:xfrm>
          <a:prstGeom prst="rect">
            <a:avLst/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단계를 거쳐 차등발현 유전자를 얻어요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1896468"/>
            <a:ext cx="2078424" cy="2862000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563C9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8C1E9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1896468"/>
            <a:ext cx="2078424" cy="2862000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563C9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8C1E9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1896468"/>
            <a:ext cx="2078424" cy="2862000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563C9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8C1E9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1896468"/>
            <a:ext cx="2078424" cy="2862000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563C9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8C1E9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1896468"/>
            <a:ext cx="2078424" cy="2862000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563C9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cxnSp>
        <p:nvCxnSpPr>
          <p:cNvPr id="3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clusion:label"/>
          <p:cNvSpPr txBox="1"/>
          <p:nvPr/>
        </p:nvSpPr>
        <p:spPr>
          <a:xfrm>
            <a:off x="468000" y="5172468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최종 산출물</a:t>
            </a:r>
          </a:p>
        </p:txBody>
      </p:sp>
      <p:sp>
        <p:nvSpPr>
          <p:cNvPr id="36" name="conclusion:text"/>
          <p:cNvSpPr txBox="1"/>
          <p:nvPr/>
        </p:nvSpPr>
        <p:spPr>
          <a:xfrm>
            <a:off x="2808000" y="5172468"/>
            <a:ext cx="891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세포 유형별 차등발현 유전자 표와 volcano plot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