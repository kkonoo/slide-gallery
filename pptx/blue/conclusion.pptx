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1947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145468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719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001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289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274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2901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099468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2955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243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370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3855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053468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3909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197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87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5070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Progress report 15분</a:t>
            </a:r>
            <a:r>
              <a:rPr sz="1400" b="0" spc="-40">
                <a:solidFill>
                  <a:srgbClr val="6B7280"/>
                </a:solidFill>
              </a:rPr>
              <a:t>이면 12–15장, 데이터 장은 장마다 1.5–2분이에요.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단계를 거쳐 차등발현 유전자를 얻어요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1896468"/>
            <a:ext cx="2078424" cy="2862000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563C9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8C1E9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1896468"/>
            <a:ext cx="2078424" cy="2862000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563C9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8C1E9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1896468"/>
            <a:ext cx="2078424" cy="2862000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563C9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8C1E9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1896468"/>
            <a:ext cx="2078424" cy="2862000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563C9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8C1E9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1896468"/>
            <a:ext cx="2078424" cy="2862000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563C9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cxnSp>
        <p:nvCxnSpPr>
          <p:cNvPr id="3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clusion:label"/>
          <p:cNvSpPr txBox="1"/>
          <p:nvPr/>
        </p:nvSpPr>
        <p:spPr>
          <a:xfrm>
            <a:off x="468000" y="5172468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최종 산출물</a:t>
            </a:r>
          </a:p>
        </p:txBody>
      </p:sp>
      <p:sp>
        <p:nvSpPr>
          <p:cNvPr id="36" name="conclusion:text"/>
          <p:cNvSpPr txBox="1"/>
          <p:nvPr/>
        </p:nvSpPr>
        <p:spPr>
          <a:xfrm>
            <a:off x="2808000" y="5172468"/>
            <a:ext cx="891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세포 유형별 차등발현 유전자 표와 volcano plot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2563C9"/>
              </a:gs>
              <a:gs pos="100000">
                <a:srgbClr val="A8C1E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0D2250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0D2250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