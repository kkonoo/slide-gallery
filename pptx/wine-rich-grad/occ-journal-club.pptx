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1F3D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1F3D"/>
            </a:gs>
            <a:gs pos="50000">
              <a:srgbClr val="B8323F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1F3D"/>
            </a:gs>
            <a:gs pos="50000">
              <a:srgbClr val="B8323F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1F3D"/>
            </a:gs>
            <a:gs pos="50000">
              <a:srgbClr val="B8323F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1F3D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5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1F3D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1F3D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리치 16:9">
  <a:themeElements>
    <a:clrScheme name="HaLab 와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