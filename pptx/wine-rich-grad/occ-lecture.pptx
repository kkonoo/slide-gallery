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50000">
              <a:srgbClr val="B8323F"/>
            </a:gs>
            <a:gs pos="100000">
              <a:srgbClr val="C2531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1F3D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2CED4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1F3D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